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4" r:id="rId3"/>
    <p:sldId id="257" r:id="rId4"/>
    <p:sldId id="261" r:id="rId5"/>
    <p:sldId id="263" r:id="rId6"/>
    <p:sldId id="275" r:id="rId7"/>
    <p:sldId id="260" r:id="rId8"/>
    <p:sldId id="259" r:id="rId9"/>
    <p:sldId id="272" r:id="rId10"/>
    <p:sldId id="276" r:id="rId11"/>
    <p:sldId id="265" r:id="rId12"/>
    <p:sldId id="278" r:id="rId13"/>
    <p:sldId id="266" r:id="rId14"/>
    <p:sldId id="279" r:id="rId15"/>
    <p:sldId id="273" r:id="rId16"/>
    <p:sldId id="280" r:id="rId17"/>
    <p:sldId id="271" r:id="rId18"/>
    <p:sldId id="267" r:id="rId19"/>
    <p:sldId id="269" r:id="rId20"/>
    <p:sldId id="281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544894-D867-44A0-B68C-839EBDBEB325}" v="133" dt="2026-04-20T14:42:45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74135" autoAdjust="0"/>
  </p:normalViewPr>
  <p:slideViewPr>
    <p:cSldViewPr snapToGrid="0">
      <p:cViewPr varScale="1">
        <p:scale>
          <a:sx n="47" d="100"/>
          <a:sy n="47" d="100"/>
        </p:scale>
        <p:origin x="4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安珠 山田" userId="6e1c022d408fe718" providerId="LiveId" clId="{AB092387-110A-496A-ABD5-B0DDE6F9411E}"/>
    <pc:docChg chg="undo custSel addSld delSld modSld sldOrd">
      <pc:chgData name="安珠 山田" userId="6e1c022d408fe718" providerId="LiveId" clId="{AB092387-110A-496A-ABD5-B0DDE6F9411E}" dt="2026-04-20T14:50:58.009" v="1549" actId="1076"/>
      <pc:docMkLst>
        <pc:docMk/>
      </pc:docMkLst>
      <pc:sldChg chg="addSp delSp modSp mod setBg setClrOvrMap delDesignElem">
        <pc:chgData name="安珠 山田" userId="6e1c022d408fe718" providerId="LiveId" clId="{AB092387-110A-496A-ABD5-B0DDE6F9411E}" dt="2026-04-20T14:42:23.554" v="1531" actId="1076"/>
        <pc:sldMkLst>
          <pc:docMk/>
          <pc:sldMk cId="1130258644" sldId="256"/>
        </pc:sldMkLst>
        <pc:spChg chg="mod">
          <ac:chgData name="安珠 山田" userId="6e1c022d408fe718" providerId="LiveId" clId="{AB092387-110A-496A-ABD5-B0DDE6F9411E}" dt="2026-04-20T14:42:23.554" v="1531" actId="1076"/>
          <ac:spMkLst>
            <pc:docMk/>
            <pc:sldMk cId="1130258644" sldId="256"/>
            <ac:spMk id="2" creationId="{406C7AC4-4F4B-E741-2539-17E51E3B09F4}"/>
          </ac:spMkLst>
        </pc:spChg>
        <pc:spChg chg="mod">
          <ac:chgData name="安珠 山田" userId="6e1c022d408fe718" providerId="LiveId" clId="{AB092387-110A-496A-ABD5-B0DDE6F9411E}" dt="2026-04-20T14:42:18.026" v="1529" actId="20577"/>
          <ac:spMkLst>
            <pc:docMk/>
            <pc:sldMk cId="1130258644" sldId="256"/>
            <ac:spMk id="3" creationId="{2DCD06D3-3452-2A0F-E88E-E4621CB65CC2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130258644" sldId="256"/>
            <ac:spMk id="9" creationId="{71B2258F-86CA-4D4D-8270-BC05FCDEBFB3}"/>
          </ac:spMkLst>
        </pc:spChg>
        <pc:spChg chg="add">
          <ac:chgData name="安珠 山田" userId="6e1c022d408fe718" providerId="LiveId" clId="{AB092387-110A-496A-ABD5-B0DDE6F9411E}" dt="2026-04-20T14:42:05.428" v="1516" actId="26606"/>
          <ac:spMkLst>
            <pc:docMk/>
            <pc:sldMk cId="1130258644" sldId="256"/>
            <ac:spMk id="10" creationId="{D47766EE-4192-4B2D-A5A0-F60F9A5F743F}"/>
          </ac:spMkLst>
        </pc:spChg>
        <pc:spChg chg="add">
          <ac:chgData name="安珠 山田" userId="6e1c022d408fe718" providerId="LiveId" clId="{AB092387-110A-496A-ABD5-B0DDE6F9411E}" dt="2026-04-20T14:42:05.428" v="1516" actId="26606"/>
          <ac:spMkLst>
            <pc:docMk/>
            <pc:sldMk cId="1130258644" sldId="256"/>
            <ac:spMk id="12" creationId="{D6705569-F545-4F47-A260-A9202826EA20}"/>
          </ac:spMkLst>
        </pc:spChg>
        <pc:picChg chg="add mod">
          <ac:chgData name="安珠 山田" userId="6e1c022d408fe718" providerId="LiveId" clId="{AB092387-110A-496A-ABD5-B0DDE6F9411E}" dt="2026-04-20T14:42:05.428" v="1516" actId="26606"/>
          <ac:picMkLst>
            <pc:docMk/>
            <pc:sldMk cId="1130258644" sldId="256"/>
            <ac:picMk id="5" creationId="{C8A05325-6EA6-50E4-8901-E016B7078EC6}"/>
          </ac:picMkLst>
        </pc:picChg>
      </pc:sldChg>
      <pc:sldChg chg="addSp delSp modSp mod setBg delDesignElem">
        <pc:chgData name="安珠 山田" userId="6e1c022d408fe718" providerId="LiveId" clId="{AB092387-110A-496A-ABD5-B0DDE6F9411E}" dt="2026-04-20T14:42:32.845" v="1533"/>
        <pc:sldMkLst>
          <pc:docMk/>
          <pc:sldMk cId="1840347464" sldId="257"/>
        </pc:sldMkLst>
        <pc:spChg chg="mod">
          <ac:chgData name="安珠 山田" userId="6e1c022d408fe718" providerId="LiveId" clId="{AB092387-110A-496A-ABD5-B0DDE6F9411E}" dt="2026-04-20T14:17:58.352" v="1228" actId="1076"/>
          <ac:spMkLst>
            <pc:docMk/>
            <pc:sldMk cId="1840347464" sldId="257"/>
            <ac:spMk id="2" creationId="{93171663-A1B5-B701-16CA-2EC42CAC31CB}"/>
          </ac:spMkLst>
        </pc:spChg>
        <pc:spChg chg="add">
          <ac:chgData name="安珠 山田" userId="6e1c022d408fe718" providerId="LiveId" clId="{AB092387-110A-496A-ABD5-B0DDE6F9411E}" dt="2026-04-20T14:01:34.438" v="1048"/>
          <ac:spMkLst>
            <pc:docMk/>
            <pc:sldMk cId="1840347464" sldId="257"/>
            <ac:spMk id="3" creationId="{715A5877-E37D-A49A-322D-8A0C3709B9D3}"/>
          </ac:spMkLst>
        </pc:spChg>
        <pc:spChg chg="mod">
          <ac:chgData name="安珠 山田" userId="6e1c022d408fe718" providerId="LiveId" clId="{AB092387-110A-496A-ABD5-B0DDE6F9411E}" dt="2026-04-20T14:17:09.671" v="1212" actId="1076"/>
          <ac:spMkLst>
            <pc:docMk/>
            <pc:sldMk cId="1840347464" sldId="257"/>
            <ac:spMk id="4" creationId="{04B7E862-5663-D8AB-A598-B2C419F84245}"/>
          </ac:spMkLst>
        </pc:spChg>
        <pc:spChg chg="add">
          <ac:chgData name="安珠 山田" userId="6e1c022d408fe718" providerId="LiveId" clId="{AB092387-110A-496A-ABD5-B0DDE6F9411E}" dt="2026-04-20T14:01:36.940" v="1050"/>
          <ac:spMkLst>
            <pc:docMk/>
            <pc:sldMk cId="1840347464" sldId="257"/>
            <ac:spMk id="5" creationId="{DF2F4083-FB83-A6BC-03B8-802313C9F76B}"/>
          </ac:spMkLst>
        </pc:spChg>
        <pc:spChg chg="add del mod">
          <ac:chgData name="安珠 山田" userId="6e1c022d408fe718" providerId="LiveId" clId="{AB092387-110A-496A-ABD5-B0DDE6F9411E}" dt="2026-04-20T14:02:17.629" v="1063" actId="478"/>
          <ac:spMkLst>
            <pc:docMk/>
            <pc:sldMk cId="1840347464" sldId="257"/>
            <ac:spMk id="6" creationId="{9665AFFC-408F-AC5B-E744-598CC26E2703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840347464" sldId="257"/>
            <ac:spMk id="10" creationId="{C0763A76-9F1C-4FC5-82B7-DD475DA461B2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840347464" sldId="257"/>
            <ac:spMk id="12" creationId="{E81BF4F6-F2CF-4984-9D14-D6966D92F99F}"/>
          </ac:spMkLst>
        </pc:spChg>
        <pc:grpChg chg="add">
          <ac:chgData name="安珠 山田" userId="6e1c022d408fe718" providerId="LiveId" clId="{AB092387-110A-496A-ABD5-B0DDE6F9411E}" dt="2026-04-20T14:06:28.708" v="1090" actId="26606"/>
          <ac:grpSpMkLst>
            <pc:docMk/>
            <pc:sldMk cId="1840347464" sldId="257"/>
            <ac:grpSpMk id="8" creationId="{5EFBDE31-BB3E-6CFC-23CD-B5976DA38438}"/>
          </ac:grpSpMkLst>
        </pc:grpChg>
        <pc:picChg chg="add del mod">
          <ac:chgData name="安珠 山田" userId="6e1c022d408fe718" providerId="LiveId" clId="{AB092387-110A-496A-ABD5-B0DDE6F9411E}" dt="2026-04-20T12:41:20.109" v="999" actId="478"/>
          <ac:picMkLst>
            <pc:docMk/>
            <pc:sldMk cId="1840347464" sldId="257"/>
            <ac:picMk id="6" creationId="{7263544E-3444-ECFF-ACA3-E85D156720D9}"/>
          </ac:picMkLst>
        </pc:picChg>
        <pc:picChg chg="add del mod">
          <ac:chgData name="安珠 山田" userId="6e1c022d408fe718" providerId="LiveId" clId="{AB092387-110A-496A-ABD5-B0DDE6F9411E}" dt="2026-04-20T14:42:32.510" v="1532" actId="478"/>
          <ac:picMkLst>
            <pc:docMk/>
            <pc:sldMk cId="1840347464" sldId="257"/>
            <ac:picMk id="7" creationId="{A23018EC-17B0-A618-2DAF-1B19AACC4700}"/>
          </ac:picMkLst>
        </pc:picChg>
        <pc:picChg chg="add mod">
          <ac:chgData name="安珠 山田" userId="6e1c022d408fe718" providerId="LiveId" clId="{AB092387-110A-496A-ABD5-B0DDE6F9411E}" dt="2026-04-20T14:42:32.845" v="1533"/>
          <ac:picMkLst>
            <pc:docMk/>
            <pc:sldMk cId="1840347464" sldId="257"/>
            <ac:picMk id="10" creationId="{C7D3907E-8BB9-D479-17A1-58FEC06EE7EE}"/>
          </ac:picMkLst>
        </pc:picChg>
      </pc:sldChg>
      <pc:sldChg chg="modSp del mod">
        <pc:chgData name="安珠 山田" userId="6e1c022d408fe718" providerId="LiveId" clId="{AB092387-110A-496A-ABD5-B0DDE6F9411E}" dt="2026-04-20T11:06:29.392" v="223" actId="47"/>
        <pc:sldMkLst>
          <pc:docMk/>
          <pc:sldMk cId="4196737946" sldId="258"/>
        </pc:sldMkLst>
        <pc:spChg chg="mod">
          <ac:chgData name="安珠 山田" userId="6e1c022d408fe718" providerId="LiveId" clId="{AB092387-110A-496A-ABD5-B0DDE6F9411E}" dt="2026-04-20T11:04:25.995" v="169" actId="20577"/>
          <ac:spMkLst>
            <pc:docMk/>
            <pc:sldMk cId="4196737946" sldId="258"/>
            <ac:spMk id="2" creationId="{7FED7DA8-9908-BC6E-D710-CCEBA16999FF}"/>
          </ac:spMkLst>
        </pc:spChg>
        <pc:spChg chg="mod">
          <ac:chgData name="安珠 山田" userId="6e1c022d408fe718" providerId="LiveId" clId="{AB092387-110A-496A-ABD5-B0DDE6F9411E}" dt="2026-04-20T11:06:17.767" v="216" actId="20577"/>
          <ac:spMkLst>
            <pc:docMk/>
            <pc:sldMk cId="4196737946" sldId="258"/>
            <ac:spMk id="3" creationId="{EA9B4191-6CB7-CC8E-C9DB-ADB4E401F80B}"/>
          </ac:spMkLst>
        </pc:spChg>
      </pc:sldChg>
      <pc:sldChg chg="addSp delSp modSp mod setBg modNotesTx">
        <pc:chgData name="安珠 山田" userId="6e1c022d408fe718" providerId="LiveId" clId="{AB092387-110A-496A-ABD5-B0DDE6F9411E}" dt="2026-04-20T14:25:25.251" v="1284" actId="113"/>
        <pc:sldMkLst>
          <pc:docMk/>
          <pc:sldMk cId="1158265319" sldId="259"/>
        </pc:sldMkLst>
        <pc:spChg chg="mod">
          <ac:chgData name="安珠 山田" userId="6e1c022d408fe718" providerId="LiveId" clId="{AB092387-110A-496A-ABD5-B0DDE6F9411E}" dt="2026-04-20T14:18:50.244" v="1265" actId="1076"/>
          <ac:spMkLst>
            <pc:docMk/>
            <pc:sldMk cId="1158265319" sldId="259"/>
            <ac:spMk id="2" creationId="{B961D91C-29E1-5B83-29C7-AA15B3633000}"/>
          </ac:spMkLst>
        </pc:spChg>
        <pc:spChg chg="mod">
          <ac:chgData name="安珠 山田" userId="6e1c022d408fe718" providerId="LiveId" clId="{AB092387-110A-496A-ABD5-B0DDE6F9411E}" dt="2026-04-20T14:25:25.251" v="1284" actId="113"/>
          <ac:spMkLst>
            <pc:docMk/>
            <pc:sldMk cId="1158265319" sldId="259"/>
            <ac:spMk id="3" creationId="{8AACE79D-E3B7-D355-C6F3-B51A1F635D84}"/>
          </ac:spMkLst>
        </pc:spChg>
        <pc:spChg chg="add">
          <ac:chgData name="安珠 山田" userId="6e1c022d408fe718" providerId="LiveId" clId="{AB092387-110A-496A-ABD5-B0DDE6F9411E}" dt="2026-04-20T14:11:20.998" v="1145" actId="26606"/>
          <ac:spMkLst>
            <pc:docMk/>
            <pc:sldMk cId="1158265319" sldId="259"/>
            <ac:spMk id="14" creationId="{9F7D5CDA-D291-4307-BF55-1381FED29634}"/>
          </ac:spMkLst>
        </pc:spChg>
        <pc:picChg chg="add mod ord">
          <ac:chgData name="安珠 山田" userId="6e1c022d408fe718" providerId="LiveId" clId="{AB092387-110A-496A-ABD5-B0DDE6F9411E}" dt="2026-04-20T14:19:06.256" v="1269" actId="14100"/>
          <ac:picMkLst>
            <pc:docMk/>
            <pc:sldMk cId="1158265319" sldId="259"/>
            <ac:picMk id="5" creationId="{AD3C1D44-E410-3C74-AAC1-1F8222680B29}"/>
          </ac:picMkLst>
        </pc:picChg>
        <pc:cxnChg chg="add del">
          <ac:chgData name="安珠 山田" userId="6e1c022d408fe718" providerId="LiveId" clId="{AB092387-110A-496A-ABD5-B0DDE6F9411E}" dt="2026-04-20T14:11:20.998" v="1145" actId="26606"/>
          <ac:cxnSpMkLst>
            <pc:docMk/>
            <pc:sldMk cId="1158265319" sldId="259"/>
            <ac:cxnSpMk id="9" creationId="{1503BFE4-729B-D9D0-C17B-501E6AF1127A}"/>
          </ac:cxnSpMkLst>
        </pc:cxnChg>
      </pc:sldChg>
      <pc:sldChg chg="addSp delSp modSp mod ord setBg">
        <pc:chgData name="安珠 山田" userId="6e1c022d408fe718" providerId="LiveId" clId="{AB092387-110A-496A-ABD5-B0DDE6F9411E}" dt="2026-04-20T14:18:16.901" v="1230" actId="255"/>
        <pc:sldMkLst>
          <pc:docMk/>
          <pc:sldMk cId="782421446" sldId="260"/>
        </pc:sldMkLst>
        <pc:spChg chg="mod">
          <ac:chgData name="安珠 山田" userId="6e1c022d408fe718" providerId="LiveId" clId="{AB092387-110A-496A-ABD5-B0DDE6F9411E}" dt="2026-04-20T14:18:16.901" v="1230" actId="255"/>
          <ac:spMkLst>
            <pc:docMk/>
            <pc:sldMk cId="782421446" sldId="260"/>
            <ac:spMk id="2" creationId="{5D6BA587-31F0-C5DF-3E83-73679EE3C4F7}"/>
          </ac:spMkLst>
        </pc:spChg>
        <pc:spChg chg="mod">
          <ac:chgData name="安珠 山田" userId="6e1c022d408fe718" providerId="LiveId" clId="{AB092387-110A-496A-ABD5-B0DDE6F9411E}" dt="2026-04-20T14:13:08.651" v="1162" actId="27636"/>
          <ac:spMkLst>
            <pc:docMk/>
            <pc:sldMk cId="782421446" sldId="260"/>
            <ac:spMk id="3" creationId="{77F916F2-1FD0-99C1-6C45-9B55F34B57EC}"/>
          </ac:spMkLst>
        </pc:spChg>
        <pc:spChg chg="add del">
          <ac:chgData name="安珠 山田" userId="6e1c022d408fe718" providerId="LiveId" clId="{AB092387-110A-496A-ABD5-B0DDE6F9411E}" dt="2026-04-20T14:12:41.805" v="1153" actId="26606"/>
          <ac:spMkLst>
            <pc:docMk/>
            <pc:sldMk cId="782421446" sldId="260"/>
            <ac:spMk id="8" creationId="{09588DA8-065E-4F6F-8EFD-43104AB2E0CF}"/>
          </ac:spMkLst>
        </pc:spChg>
        <pc:spChg chg="add del">
          <ac:chgData name="安珠 山田" userId="6e1c022d408fe718" providerId="LiveId" clId="{AB092387-110A-496A-ABD5-B0DDE6F9411E}" dt="2026-04-20T14:12:41.805" v="1153" actId="26606"/>
          <ac:spMkLst>
            <pc:docMk/>
            <pc:sldMk cId="782421446" sldId="260"/>
            <ac:spMk id="10" creationId="{C4285719-470E-454C-AF62-8323075F1F5B}"/>
          </ac:spMkLst>
        </pc:spChg>
        <pc:spChg chg="add del">
          <ac:chgData name="安珠 山田" userId="6e1c022d408fe718" providerId="LiveId" clId="{AB092387-110A-496A-ABD5-B0DDE6F9411E}" dt="2026-04-20T14:12:41.805" v="1153" actId="26606"/>
          <ac:spMkLst>
            <pc:docMk/>
            <pc:sldMk cId="782421446" sldId="260"/>
            <ac:spMk id="12" creationId="{CD9FE4EF-C4D8-49A0-B2FF-81D8DB7D8A24}"/>
          </ac:spMkLst>
        </pc:spChg>
        <pc:spChg chg="add del">
          <ac:chgData name="安珠 山田" userId="6e1c022d408fe718" providerId="LiveId" clId="{AB092387-110A-496A-ABD5-B0DDE6F9411E}" dt="2026-04-20T14:12:41.805" v="1153" actId="26606"/>
          <ac:spMkLst>
            <pc:docMk/>
            <pc:sldMk cId="782421446" sldId="260"/>
            <ac:spMk id="14" creationId="{4300840D-0A0B-4512-BACA-B439D5B9C57C}"/>
          </ac:spMkLst>
        </pc:spChg>
        <pc:spChg chg="add del">
          <ac:chgData name="安珠 山田" userId="6e1c022d408fe718" providerId="LiveId" clId="{AB092387-110A-496A-ABD5-B0DDE6F9411E}" dt="2026-04-20T14:12:41.805" v="1153" actId="26606"/>
          <ac:spMkLst>
            <pc:docMk/>
            <pc:sldMk cId="782421446" sldId="260"/>
            <ac:spMk id="16" creationId="{D2B78728-A580-49A7-84F9-6EF6F583ADE0}"/>
          </ac:spMkLst>
        </pc:spChg>
        <pc:spChg chg="add del">
          <ac:chgData name="安珠 山田" userId="6e1c022d408fe718" providerId="LiveId" clId="{AB092387-110A-496A-ABD5-B0DDE6F9411E}" dt="2026-04-20T14:12:41.805" v="1153" actId="26606"/>
          <ac:spMkLst>
            <pc:docMk/>
            <pc:sldMk cId="782421446" sldId="260"/>
            <ac:spMk id="18" creationId="{38FAA1A1-D861-433F-88FA-1E9D6FD31D11}"/>
          </ac:spMkLst>
        </pc:spChg>
        <pc:spChg chg="add del">
          <ac:chgData name="安珠 山田" userId="6e1c022d408fe718" providerId="LiveId" clId="{AB092387-110A-496A-ABD5-B0DDE6F9411E}" dt="2026-04-20T14:12:41.805" v="1153" actId="26606"/>
          <ac:spMkLst>
            <pc:docMk/>
            <pc:sldMk cId="782421446" sldId="260"/>
            <ac:spMk id="20" creationId="{8D71EDA1-87BF-4D5D-AB79-F346FD19278A}"/>
          </ac:spMkLst>
        </pc:spChg>
        <pc:spChg chg="add">
          <ac:chgData name="安珠 山田" userId="6e1c022d408fe718" providerId="LiveId" clId="{AB092387-110A-496A-ABD5-B0DDE6F9411E}" dt="2026-04-20T14:12:41.805" v="1153" actId="26606"/>
          <ac:spMkLst>
            <pc:docMk/>
            <pc:sldMk cId="782421446" sldId="260"/>
            <ac:spMk id="25" creationId="{9F7D5CDA-D291-4307-BF55-1381FED29634}"/>
          </ac:spMkLst>
        </pc:spChg>
        <pc:picChg chg="add mod">
          <ac:chgData name="安珠 山田" userId="6e1c022d408fe718" providerId="LiveId" clId="{AB092387-110A-496A-ABD5-B0DDE6F9411E}" dt="2026-04-20T14:12:54.696" v="1158" actId="1076"/>
          <ac:picMkLst>
            <pc:docMk/>
            <pc:sldMk cId="782421446" sldId="260"/>
            <ac:picMk id="4" creationId="{CF68F60C-8544-1C49-8F2D-54F348A00F75}"/>
          </ac:picMkLst>
        </pc:picChg>
      </pc:sldChg>
      <pc:sldChg chg="addSp delSp modSp mod setBg setClrOvrMap delDesignElem">
        <pc:chgData name="安珠 山田" userId="6e1c022d408fe718" providerId="LiveId" clId="{AB092387-110A-496A-ABD5-B0DDE6F9411E}" dt="2026-04-20T14:06:16.249" v="1089" actId="478"/>
        <pc:sldMkLst>
          <pc:docMk/>
          <pc:sldMk cId="1233281597" sldId="261"/>
        </pc:sldMkLst>
        <pc:spChg chg="mod">
          <ac:chgData name="安珠 山田" userId="6e1c022d408fe718" providerId="LiveId" clId="{AB092387-110A-496A-ABD5-B0DDE6F9411E}" dt="2026-04-20T11:03:04.380" v="98" actId="26606"/>
          <ac:spMkLst>
            <pc:docMk/>
            <pc:sldMk cId="1233281597" sldId="261"/>
            <ac:spMk id="2" creationId="{A2BA642C-95E3-AC95-9D5B-D14641D79ED3}"/>
          </ac:spMkLst>
        </pc:spChg>
        <pc:spChg chg="add del">
          <ac:chgData name="安珠 山田" userId="6e1c022d408fe718" providerId="LiveId" clId="{AB092387-110A-496A-ABD5-B0DDE6F9411E}" dt="2026-04-20T11:01:19.704" v="51" actId="26606"/>
          <ac:spMkLst>
            <pc:docMk/>
            <pc:sldMk cId="1233281597" sldId="261"/>
            <ac:spMk id="3" creationId="{0091777C-BF26-DFDD-7775-44D98E64EA15}"/>
          </ac:spMkLst>
        </pc:spChg>
        <pc:spChg chg="add mod">
          <ac:chgData name="安珠 山田" userId="6e1c022d408fe718" providerId="LiveId" clId="{AB092387-110A-496A-ABD5-B0DDE6F9411E}" dt="2026-04-20T12:41:16.417" v="998" actId="20577"/>
          <ac:spMkLst>
            <pc:docMk/>
            <pc:sldMk cId="1233281597" sldId="261"/>
            <ac:spMk id="4" creationId="{320FC8AA-A40B-7812-888A-2C1470D3A6B2}"/>
          </ac:spMkLst>
        </pc:spChg>
        <pc:spChg chg="add del">
          <ac:chgData name="安珠 山田" userId="6e1c022d408fe718" providerId="LiveId" clId="{AB092387-110A-496A-ABD5-B0DDE6F9411E}" dt="2026-04-20T11:03:04.380" v="98" actId="26606"/>
          <ac:spMkLst>
            <pc:docMk/>
            <pc:sldMk cId="1233281597" sldId="261"/>
            <ac:spMk id="8" creationId="{09588DA8-065E-4F6F-8EFD-43104AB2E0CF}"/>
          </ac:spMkLst>
        </pc:spChg>
        <pc:spChg chg="add del">
          <ac:chgData name="安珠 山田" userId="6e1c022d408fe718" providerId="LiveId" clId="{AB092387-110A-496A-ABD5-B0DDE6F9411E}" dt="2026-04-20T11:00:41.702" v="38" actId="26606"/>
          <ac:spMkLst>
            <pc:docMk/>
            <pc:sldMk cId="1233281597" sldId="261"/>
            <ac:spMk id="9" creationId="{BACC6370-2D7E-4714-9D71-7542949D7D5D}"/>
          </ac:spMkLst>
        </pc:spChg>
        <pc:spChg chg="add del">
          <ac:chgData name="安珠 山田" userId="6e1c022d408fe718" providerId="LiveId" clId="{AB092387-110A-496A-ABD5-B0DDE6F9411E}" dt="2026-04-20T11:00:38.674" v="36" actId="26606"/>
          <ac:spMkLst>
            <pc:docMk/>
            <pc:sldMk cId="1233281597" sldId="261"/>
            <ac:spMk id="10" creationId="{9228552E-C8B1-4A80-8448-0787CE0FC704}"/>
          </ac:spMkLst>
        </pc:spChg>
        <pc:spChg chg="add del">
          <ac:chgData name="安珠 山田" userId="6e1c022d408fe718" providerId="LiveId" clId="{AB092387-110A-496A-ABD5-B0DDE6F9411E}" dt="2026-04-20T11:00:41.702" v="38" actId="26606"/>
          <ac:spMkLst>
            <pc:docMk/>
            <pc:sldMk cId="1233281597" sldId="261"/>
            <ac:spMk id="11" creationId="{F68B3F68-107C-434F-AA38-110D5EA91B85}"/>
          </ac:spMkLst>
        </pc:spChg>
        <pc:spChg chg="add del">
          <ac:chgData name="安珠 山田" userId="6e1c022d408fe718" providerId="LiveId" clId="{AB092387-110A-496A-ABD5-B0DDE6F9411E}" dt="2026-04-20T11:00:41.702" v="38" actId="26606"/>
          <ac:spMkLst>
            <pc:docMk/>
            <pc:sldMk cId="1233281597" sldId="261"/>
            <ac:spMk id="13" creationId="{AAD0DBB9-1A4B-4391-81D4-CB19F9AB918A}"/>
          </ac:spMkLst>
        </pc:spChg>
        <pc:spChg chg="add del">
          <ac:chgData name="安珠 山田" userId="6e1c022d408fe718" providerId="LiveId" clId="{AB092387-110A-496A-ABD5-B0DDE6F9411E}" dt="2026-04-20T11:03:04.380" v="98" actId="26606"/>
          <ac:spMkLst>
            <pc:docMk/>
            <pc:sldMk cId="1233281597" sldId="261"/>
            <ac:spMk id="14" creationId="{4300840D-0A0B-4512-BACA-B439D5B9C57C}"/>
          </ac:spMkLst>
        </pc:spChg>
        <pc:spChg chg="add del">
          <ac:chgData name="安珠 山田" userId="6e1c022d408fe718" providerId="LiveId" clId="{AB092387-110A-496A-ABD5-B0DDE6F9411E}" dt="2026-04-20T11:00:41.702" v="38" actId="26606"/>
          <ac:spMkLst>
            <pc:docMk/>
            <pc:sldMk cId="1233281597" sldId="261"/>
            <ac:spMk id="15" creationId="{063BBA22-50EA-4C4D-BE05-F1CE4E63AA56}"/>
          </ac:spMkLst>
        </pc:spChg>
        <pc:spChg chg="add del">
          <ac:chgData name="安珠 山田" userId="6e1c022d408fe718" providerId="LiveId" clId="{AB092387-110A-496A-ABD5-B0DDE6F9411E}" dt="2026-04-20T11:03:04.380" v="98" actId="26606"/>
          <ac:spMkLst>
            <pc:docMk/>
            <pc:sldMk cId="1233281597" sldId="261"/>
            <ac:spMk id="16" creationId="{D2B78728-A580-49A7-84F9-6EF6F583ADE0}"/>
          </ac:spMkLst>
        </pc:spChg>
        <pc:spChg chg="add del">
          <ac:chgData name="安珠 山田" userId="6e1c022d408fe718" providerId="LiveId" clId="{AB092387-110A-496A-ABD5-B0DDE6F9411E}" dt="2026-04-20T11:00:42.894" v="40" actId="26606"/>
          <ac:spMkLst>
            <pc:docMk/>
            <pc:sldMk cId="1233281597" sldId="261"/>
            <ac:spMk id="17" creationId="{3ECBE1F1-D69B-4AFA-ABD5-8E41720EF6DE}"/>
          </ac:spMkLst>
        </pc:spChg>
        <pc:spChg chg="add del">
          <ac:chgData name="安珠 山田" userId="6e1c022d408fe718" providerId="LiveId" clId="{AB092387-110A-496A-ABD5-B0DDE6F9411E}" dt="2026-04-20T11:00:42.894" v="40" actId="26606"/>
          <ac:spMkLst>
            <pc:docMk/>
            <pc:sldMk cId="1233281597" sldId="261"/>
            <ac:spMk id="19" creationId="{603A6265-E10C-4B85-9C20-E75FCAF9CC63}"/>
          </ac:spMkLst>
        </pc:spChg>
        <pc:spChg chg="add del">
          <ac:chgData name="安珠 山田" userId="6e1c022d408fe718" providerId="LiveId" clId="{AB092387-110A-496A-ABD5-B0DDE6F9411E}" dt="2026-04-20T11:00:42.894" v="40" actId="26606"/>
          <ac:spMkLst>
            <pc:docMk/>
            <pc:sldMk cId="1233281597" sldId="261"/>
            <ac:spMk id="20" creationId="{0091777C-BF26-DFDD-7775-44D98E64EA15}"/>
          </ac:spMkLst>
        </pc:spChg>
        <pc:spChg chg="add del">
          <ac:chgData name="安珠 山田" userId="6e1c022d408fe718" providerId="LiveId" clId="{AB092387-110A-496A-ABD5-B0DDE6F9411E}" dt="2026-04-20T11:00:43.799" v="42" actId="26606"/>
          <ac:spMkLst>
            <pc:docMk/>
            <pc:sldMk cId="1233281597" sldId="261"/>
            <ac:spMk id="22" creationId="{9F7D5CDA-D291-4307-BF55-1381FED29634}"/>
          </ac:spMkLst>
        </pc:spChg>
        <pc:spChg chg="add del">
          <ac:chgData name="安珠 山田" userId="6e1c022d408fe718" providerId="LiveId" clId="{AB092387-110A-496A-ABD5-B0DDE6F9411E}" dt="2026-04-20T11:00:43.799" v="42" actId="26606"/>
          <ac:spMkLst>
            <pc:docMk/>
            <pc:sldMk cId="1233281597" sldId="261"/>
            <ac:spMk id="23" creationId="{0091777C-BF26-DFDD-7775-44D98E64EA15}"/>
          </ac:spMkLst>
        </pc:spChg>
        <pc:spChg chg="add del">
          <ac:chgData name="安珠 山田" userId="6e1c022d408fe718" providerId="LiveId" clId="{AB092387-110A-496A-ABD5-B0DDE6F9411E}" dt="2026-04-20T11:00:45.405" v="44" actId="26606"/>
          <ac:spMkLst>
            <pc:docMk/>
            <pc:sldMk cId="1233281597" sldId="261"/>
            <ac:spMk id="26" creationId="{C0763A76-9F1C-4FC5-82B7-DD475DA461B2}"/>
          </ac:spMkLst>
        </pc:spChg>
        <pc:spChg chg="add del">
          <ac:chgData name="安珠 山田" userId="6e1c022d408fe718" providerId="LiveId" clId="{AB092387-110A-496A-ABD5-B0DDE6F9411E}" dt="2026-04-20T11:00:45.405" v="44" actId="26606"/>
          <ac:spMkLst>
            <pc:docMk/>
            <pc:sldMk cId="1233281597" sldId="261"/>
            <ac:spMk id="27" creationId="{E81BF4F6-F2CF-4984-9D14-D6966D92F99F}"/>
          </ac:spMkLst>
        </pc:spChg>
        <pc:spChg chg="add del">
          <ac:chgData name="安珠 山田" userId="6e1c022d408fe718" providerId="LiveId" clId="{AB092387-110A-496A-ABD5-B0DDE6F9411E}" dt="2026-04-20T11:00:45.405" v="44" actId="26606"/>
          <ac:spMkLst>
            <pc:docMk/>
            <pc:sldMk cId="1233281597" sldId="261"/>
            <ac:spMk id="28" creationId="{0091777C-BF26-DFDD-7775-44D98E64EA15}"/>
          </ac:spMkLst>
        </pc:spChg>
        <pc:spChg chg="add del">
          <ac:chgData name="安珠 山田" userId="6e1c022d408fe718" providerId="LiveId" clId="{AB092387-110A-496A-ABD5-B0DDE6F9411E}" dt="2026-04-20T11:00:55.316" v="46" actId="26606"/>
          <ac:spMkLst>
            <pc:docMk/>
            <pc:sldMk cId="1233281597" sldId="261"/>
            <ac:spMk id="31" creationId="{9F7D5CDA-D291-4307-BF55-1381FED29634}"/>
          </ac:spMkLst>
        </pc:spChg>
        <pc:spChg chg="add del">
          <ac:chgData name="安珠 山田" userId="6e1c022d408fe718" providerId="LiveId" clId="{AB092387-110A-496A-ABD5-B0DDE6F9411E}" dt="2026-04-20T11:00:55.316" v="46" actId="26606"/>
          <ac:spMkLst>
            <pc:docMk/>
            <pc:sldMk cId="1233281597" sldId="261"/>
            <ac:spMk id="32" creationId="{0091777C-BF26-DFDD-7775-44D98E64EA15}"/>
          </ac:spMkLst>
        </pc:spChg>
        <pc:spChg chg="add del">
          <ac:chgData name="安珠 山田" userId="6e1c022d408fe718" providerId="LiveId" clId="{AB092387-110A-496A-ABD5-B0DDE6F9411E}" dt="2026-04-20T11:03:04.380" v="98" actId="26606"/>
          <ac:spMkLst>
            <pc:docMk/>
            <pc:sldMk cId="1233281597" sldId="261"/>
            <ac:spMk id="39" creationId="{C4285719-470E-454C-AF62-8323075F1F5B}"/>
          </ac:spMkLst>
        </pc:spChg>
        <pc:spChg chg="add del">
          <ac:chgData name="安珠 山田" userId="6e1c022d408fe718" providerId="LiveId" clId="{AB092387-110A-496A-ABD5-B0DDE6F9411E}" dt="2026-04-20T11:03:04.380" v="98" actId="26606"/>
          <ac:spMkLst>
            <pc:docMk/>
            <pc:sldMk cId="1233281597" sldId="261"/>
            <ac:spMk id="40" creationId="{CD9FE4EF-C4D8-49A0-B2FF-81D8DB7D8A24}"/>
          </ac:spMkLst>
        </pc:spChg>
        <pc:spChg chg="add">
          <ac:chgData name="安珠 山田" userId="6e1c022d408fe718" providerId="LiveId" clId="{AB092387-110A-496A-ABD5-B0DDE6F9411E}" dt="2026-04-20T11:01:19.704" v="51" actId="26606"/>
          <ac:spMkLst>
            <pc:docMk/>
            <pc:sldMk cId="1233281597" sldId="261"/>
            <ac:spMk id="41" creationId="{38FAA1A1-D861-433F-88FA-1E9D6FD31D11}"/>
          </ac:spMkLst>
        </pc:spChg>
        <pc:spChg chg="add">
          <ac:chgData name="安珠 山田" userId="6e1c022d408fe718" providerId="LiveId" clId="{AB092387-110A-496A-ABD5-B0DDE6F9411E}" dt="2026-04-20T11:01:19.704" v="51" actId="26606"/>
          <ac:spMkLst>
            <pc:docMk/>
            <pc:sldMk cId="1233281597" sldId="261"/>
            <ac:spMk id="42" creationId="{8D71EDA1-87BF-4D5D-AB79-F346FD19278A}"/>
          </ac:spMkLst>
        </pc:spChg>
        <pc:spChg chg="add del mod">
          <ac:chgData name="安珠 山田" userId="6e1c022d408fe718" providerId="LiveId" clId="{AB092387-110A-496A-ABD5-B0DDE6F9411E}" dt="2026-04-20T14:05:57.829" v="1069" actId="26606"/>
          <ac:spMkLst>
            <pc:docMk/>
            <pc:sldMk cId="1233281597" sldId="261"/>
            <ac:spMk id="43" creationId="{0091777C-BF26-DFDD-7775-44D98E64EA15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233281597" sldId="261"/>
            <ac:spMk id="48" creationId="{09588DA8-065E-4F6F-8EFD-43104AB2E0CF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233281597" sldId="261"/>
            <ac:spMk id="50" creationId="{C4285719-470E-454C-AF62-8323075F1F5B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233281597" sldId="261"/>
            <ac:spMk id="52" creationId="{CD9FE4EF-C4D8-49A0-B2FF-81D8DB7D8A24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233281597" sldId="261"/>
            <ac:spMk id="54" creationId="{4300840D-0A0B-4512-BACA-B439D5B9C57C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233281597" sldId="261"/>
            <ac:spMk id="56" creationId="{D2B78728-A580-49A7-84F9-6EF6F583ADE0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233281597" sldId="261"/>
            <ac:spMk id="58" creationId="{38FAA1A1-D861-433F-88FA-1E9D6FD31D11}"/>
          </ac:spMkLst>
        </pc:spChg>
        <pc:spChg chg="add del">
          <ac:chgData name="安珠 山田" userId="6e1c022d408fe718" providerId="LiveId" clId="{AB092387-110A-496A-ABD5-B0DDE6F9411E}" dt="2026-04-20T12:40:58.220" v="969"/>
          <ac:spMkLst>
            <pc:docMk/>
            <pc:sldMk cId="1233281597" sldId="261"/>
            <ac:spMk id="60" creationId="{8D71EDA1-87BF-4D5D-AB79-F346FD19278A}"/>
          </ac:spMkLst>
        </pc:spChg>
        <pc:graphicFrameChg chg="add del">
          <ac:chgData name="安珠 山田" userId="6e1c022d408fe718" providerId="LiveId" clId="{AB092387-110A-496A-ABD5-B0DDE6F9411E}" dt="2026-04-20T11:00:38.674" v="36" actId="26606"/>
          <ac:graphicFrameMkLst>
            <pc:docMk/>
            <pc:sldMk cId="1233281597" sldId="261"/>
            <ac:graphicFrameMk id="5" creationId="{07605BB4-30B0-2857-A6AC-5DD91787C0EE}"/>
          </ac:graphicFrameMkLst>
        </pc:graphicFrameChg>
        <pc:graphicFrameChg chg="add del">
          <ac:chgData name="安珠 山田" userId="6e1c022d408fe718" providerId="LiveId" clId="{AB092387-110A-496A-ABD5-B0DDE6F9411E}" dt="2026-04-20T11:00:41.702" v="38" actId="26606"/>
          <ac:graphicFrameMkLst>
            <pc:docMk/>
            <pc:sldMk cId="1233281597" sldId="261"/>
            <ac:graphicFrameMk id="12" creationId="{AA1A3AD1-B9BC-E8E9-D512-42231C090946}"/>
          </ac:graphicFrameMkLst>
        </pc:graphicFrameChg>
        <pc:graphicFrameChg chg="add del">
          <ac:chgData name="安珠 山田" userId="6e1c022d408fe718" providerId="LiveId" clId="{AB092387-110A-496A-ABD5-B0DDE6F9411E}" dt="2026-04-20T11:00:57.537" v="48" actId="26606"/>
          <ac:graphicFrameMkLst>
            <pc:docMk/>
            <pc:sldMk cId="1233281597" sldId="261"/>
            <ac:graphicFrameMk id="35" creationId="{C1581F63-93B0-01E0-8BA2-50E9A617B570}"/>
          </ac:graphicFrameMkLst>
        </pc:graphicFrameChg>
        <pc:graphicFrameChg chg="add del">
          <ac:chgData name="安珠 山田" userId="6e1c022d408fe718" providerId="LiveId" clId="{AB092387-110A-496A-ABD5-B0DDE6F9411E}" dt="2026-04-20T11:01:19.696" v="50" actId="26606"/>
          <ac:graphicFrameMkLst>
            <pc:docMk/>
            <pc:sldMk cId="1233281597" sldId="261"/>
            <ac:graphicFrameMk id="37" creationId="{43360A70-01A7-1405-0C10-04E07C8FF40E}"/>
          </ac:graphicFrameMkLst>
        </pc:graphicFrameChg>
        <pc:graphicFrameChg chg="add mod modGraphic">
          <ac:chgData name="安珠 山田" userId="6e1c022d408fe718" providerId="LiveId" clId="{AB092387-110A-496A-ABD5-B0DDE6F9411E}" dt="2026-04-20T14:06:16.249" v="1089" actId="478"/>
          <ac:graphicFrameMkLst>
            <pc:docMk/>
            <pc:sldMk cId="1233281597" sldId="261"/>
            <ac:graphicFrameMk id="45" creationId="{D01BA509-853B-FB59-DDFB-27459B7B8578}"/>
          </ac:graphicFrameMkLst>
        </pc:graphicFrameChg>
        <pc:picChg chg="add del">
          <ac:chgData name="安珠 山田" userId="6e1c022d408fe718" providerId="LiveId" clId="{AB092387-110A-496A-ABD5-B0DDE6F9411E}" dt="2026-04-20T11:00:38.674" v="36" actId="26606"/>
          <ac:picMkLst>
            <pc:docMk/>
            <pc:sldMk cId="1233281597" sldId="261"/>
            <ac:picMk id="6" creationId="{D51A879B-BD54-057D-F033-35B40C30555D}"/>
          </ac:picMkLst>
        </pc:picChg>
        <pc:picChg chg="add del">
          <ac:chgData name="安珠 山田" userId="6e1c022d408fe718" providerId="LiveId" clId="{AB092387-110A-496A-ABD5-B0DDE6F9411E}" dt="2026-04-20T11:00:42.894" v="40" actId="26606"/>
          <ac:picMkLst>
            <pc:docMk/>
            <pc:sldMk cId="1233281597" sldId="261"/>
            <ac:picMk id="18" creationId="{208FF32C-90A8-3610-D6DC-29A132445708}"/>
          </ac:picMkLst>
        </pc:picChg>
        <pc:picChg chg="add del">
          <ac:chgData name="安珠 山田" userId="6e1c022d408fe718" providerId="LiveId" clId="{AB092387-110A-496A-ABD5-B0DDE6F9411E}" dt="2026-04-20T11:00:43.799" v="42" actId="26606"/>
          <ac:picMkLst>
            <pc:docMk/>
            <pc:sldMk cId="1233281597" sldId="261"/>
            <ac:picMk id="24" creationId="{6F1A7A22-4247-F4E3-C98E-C38AE8E583FD}"/>
          </ac:picMkLst>
        </pc:picChg>
        <pc:picChg chg="add del">
          <ac:chgData name="安珠 山田" userId="6e1c022d408fe718" providerId="LiveId" clId="{AB092387-110A-496A-ABD5-B0DDE6F9411E}" dt="2026-04-20T11:00:45.405" v="44" actId="26606"/>
          <ac:picMkLst>
            <pc:docMk/>
            <pc:sldMk cId="1233281597" sldId="261"/>
            <ac:picMk id="29" creationId="{B7263867-D270-80EB-5A82-44F0911E5B97}"/>
          </ac:picMkLst>
        </pc:picChg>
        <pc:picChg chg="add del">
          <ac:chgData name="安珠 山田" userId="6e1c022d408fe718" providerId="LiveId" clId="{AB092387-110A-496A-ABD5-B0DDE6F9411E}" dt="2026-04-20T11:00:55.316" v="46" actId="26606"/>
          <ac:picMkLst>
            <pc:docMk/>
            <pc:sldMk cId="1233281597" sldId="261"/>
            <ac:picMk id="33" creationId="{6F1A7A22-4247-F4E3-C98E-C38AE8E583FD}"/>
          </ac:picMkLst>
        </pc:picChg>
      </pc:sldChg>
      <pc:sldChg chg="del">
        <pc:chgData name="安珠 山田" userId="6e1c022d408fe718" providerId="LiveId" clId="{AB092387-110A-496A-ABD5-B0DDE6F9411E}" dt="2026-04-20T11:03:08.184" v="99" actId="47"/>
        <pc:sldMkLst>
          <pc:docMk/>
          <pc:sldMk cId="2660580807" sldId="262"/>
        </pc:sldMkLst>
      </pc:sldChg>
      <pc:sldChg chg="addSp modSp mod ord setBg">
        <pc:chgData name="安珠 山田" userId="6e1c022d408fe718" providerId="LiveId" clId="{AB092387-110A-496A-ABD5-B0DDE6F9411E}" dt="2026-04-20T14:50:27.664" v="1542"/>
        <pc:sldMkLst>
          <pc:docMk/>
          <pc:sldMk cId="880069333" sldId="263"/>
        </pc:sldMkLst>
        <pc:spChg chg="mod">
          <ac:chgData name="安珠 山田" userId="6e1c022d408fe718" providerId="LiveId" clId="{AB092387-110A-496A-ABD5-B0DDE6F9411E}" dt="2026-04-20T14:18:08.007" v="1229" actId="255"/>
          <ac:spMkLst>
            <pc:docMk/>
            <pc:sldMk cId="880069333" sldId="263"/>
            <ac:spMk id="2" creationId="{E3E529B4-8B66-2146-D517-E4184924F6DC}"/>
          </ac:spMkLst>
        </pc:spChg>
        <pc:spChg chg="mod">
          <ac:chgData name="安珠 山田" userId="6e1c022d408fe718" providerId="LiveId" clId="{AB092387-110A-496A-ABD5-B0DDE6F9411E}" dt="2026-04-20T14:17:31.775" v="1223" actId="207"/>
          <ac:spMkLst>
            <pc:docMk/>
            <pc:sldMk cId="880069333" sldId="263"/>
            <ac:spMk id="3" creationId="{8AEE9574-25AB-2F00-7D57-7CD5A6B0966D}"/>
          </ac:spMkLst>
        </pc:spChg>
        <pc:spChg chg="add">
          <ac:chgData name="安珠 山田" userId="6e1c022d408fe718" providerId="LiveId" clId="{AB092387-110A-496A-ABD5-B0DDE6F9411E}" dt="2026-04-20T14:08:17.056" v="1125" actId="26606"/>
          <ac:spMkLst>
            <pc:docMk/>
            <pc:sldMk cId="880069333" sldId="263"/>
            <ac:spMk id="10" creationId="{EDDBB197-D710-4A4F-A9CA-FD2177498BE8}"/>
          </ac:spMkLst>
        </pc:spChg>
        <pc:spChg chg="add">
          <ac:chgData name="安珠 山田" userId="6e1c022d408fe718" providerId="LiveId" clId="{AB092387-110A-496A-ABD5-B0DDE6F9411E}" dt="2026-04-20T14:08:17.056" v="1125" actId="26606"/>
          <ac:spMkLst>
            <pc:docMk/>
            <pc:sldMk cId="880069333" sldId="263"/>
            <ac:spMk id="12" creationId="{975D1CFA-2CDB-4B64-BD9F-85744E8DA12F}"/>
          </ac:spMkLst>
        </pc:spChg>
        <pc:grpChg chg="add">
          <ac:chgData name="安珠 山田" userId="6e1c022d408fe718" providerId="LiveId" clId="{AB092387-110A-496A-ABD5-B0DDE6F9411E}" dt="2026-04-20T14:08:17.056" v="1125" actId="26606"/>
          <ac:grpSpMkLst>
            <pc:docMk/>
            <pc:sldMk cId="880069333" sldId="263"/>
            <ac:grpSpMk id="14" creationId="{25EE5136-01F1-466C-962D-BA9B4C6757AA}"/>
          </ac:grpSpMkLst>
        </pc:grpChg>
        <pc:picChg chg="add">
          <ac:chgData name="安珠 山田" userId="6e1c022d408fe718" providerId="LiveId" clId="{AB092387-110A-496A-ABD5-B0DDE6F9411E}" dt="2026-04-20T14:08:17.056" v="1125" actId="26606"/>
          <ac:picMkLst>
            <pc:docMk/>
            <pc:sldMk cId="880069333" sldId="263"/>
            <ac:picMk id="7" creationId="{1B1FFF55-AEA4-9841-2D5C-3FC99627F8FC}"/>
          </ac:picMkLst>
        </pc:picChg>
      </pc:sldChg>
      <pc:sldChg chg="modSp add del">
        <pc:chgData name="安珠 山田" userId="6e1c022d408fe718" providerId="LiveId" clId="{AB092387-110A-496A-ABD5-B0DDE6F9411E}" dt="2026-04-20T11:49:46.542" v="632" actId="47"/>
        <pc:sldMkLst>
          <pc:docMk/>
          <pc:sldMk cId="1273631839" sldId="264"/>
        </pc:sldMkLst>
        <pc:spChg chg="mod">
          <ac:chgData name="安珠 山田" userId="6e1c022d408fe718" providerId="LiveId" clId="{AB092387-110A-496A-ABD5-B0DDE6F9411E}" dt="2026-04-20T11:04:00.231" v="119"/>
          <ac:spMkLst>
            <pc:docMk/>
            <pc:sldMk cId="1273631839" sldId="264"/>
            <ac:spMk id="2" creationId="{37C630F8-FFCB-AF4E-60F7-EB93BD776565}"/>
          </ac:spMkLst>
        </pc:spChg>
        <pc:spChg chg="mod">
          <ac:chgData name="安珠 山田" userId="6e1c022d408fe718" providerId="LiveId" clId="{AB092387-110A-496A-ABD5-B0DDE6F9411E}" dt="2026-04-20T11:04:00.231" v="119"/>
          <ac:spMkLst>
            <pc:docMk/>
            <pc:sldMk cId="1273631839" sldId="264"/>
            <ac:spMk id="3" creationId="{A0E930CA-FAFD-C3D4-1019-EF1F371DD51E}"/>
          </ac:spMkLst>
        </pc:spChg>
      </pc:sldChg>
      <pc:sldChg chg="modSp mod">
        <pc:chgData name="安珠 山田" userId="6e1c022d408fe718" providerId="LiveId" clId="{AB092387-110A-496A-ABD5-B0DDE6F9411E}" dt="2026-04-20T14:20:31.271" v="1277" actId="20577"/>
        <pc:sldMkLst>
          <pc:docMk/>
          <pc:sldMk cId="2962889850" sldId="265"/>
        </pc:sldMkLst>
        <pc:spChg chg="mod">
          <ac:chgData name="安珠 山田" userId="6e1c022d408fe718" providerId="LiveId" clId="{AB092387-110A-496A-ABD5-B0DDE6F9411E}" dt="2026-04-20T11:51:38.137" v="670" actId="1076"/>
          <ac:spMkLst>
            <pc:docMk/>
            <pc:sldMk cId="2962889850" sldId="265"/>
            <ac:spMk id="2" creationId="{7BC3B823-16A0-5497-57BF-2E8D3ADC72B6}"/>
          </ac:spMkLst>
        </pc:spChg>
        <pc:spChg chg="mod">
          <ac:chgData name="安珠 山田" userId="6e1c022d408fe718" providerId="LiveId" clId="{AB092387-110A-496A-ABD5-B0DDE6F9411E}" dt="2026-04-20T14:20:31.271" v="1277" actId="20577"/>
          <ac:spMkLst>
            <pc:docMk/>
            <pc:sldMk cId="2962889850" sldId="265"/>
            <ac:spMk id="3" creationId="{B3C16688-C1D1-5287-E699-912532A1771C}"/>
          </ac:spMkLst>
        </pc:spChg>
        <pc:picChg chg="mod">
          <ac:chgData name="安珠 山田" userId="6e1c022d408fe718" providerId="LiveId" clId="{AB092387-110A-496A-ABD5-B0DDE6F9411E}" dt="2026-04-20T11:51:00.655" v="652" actId="1076"/>
          <ac:picMkLst>
            <pc:docMk/>
            <pc:sldMk cId="2962889850" sldId="265"/>
            <ac:picMk id="5" creationId="{A91B83D9-7A49-B800-082C-58EDB09EF9BC}"/>
          </ac:picMkLst>
        </pc:picChg>
      </pc:sldChg>
      <pc:sldChg chg="modSp mod">
        <pc:chgData name="安珠 山田" userId="6e1c022d408fe718" providerId="LiveId" clId="{AB092387-110A-496A-ABD5-B0DDE6F9411E}" dt="2026-04-20T12:46:07.506" v="1012" actId="113"/>
        <pc:sldMkLst>
          <pc:docMk/>
          <pc:sldMk cId="1084252157" sldId="266"/>
        </pc:sldMkLst>
        <pc:spChg chg="mod">
          <ac:chgData name="安珠 山田" userId="6e1c022d408fe718" providerId="LiveId" clId="{AB092387-110A-496A-ABD5-B0DDE6F9411E}" dt="2026-04-20T12:46:07.506" v="1012" actId="113"/>
          <ac:spMkLst>
            <pc:docMk/>
            <pc:sldMk cId="1084252157" sldId="266"/>
            <ac:spMk id="2" creationId="{E8EE62B0-BCF4-7AB1-E8E2-695A787F05E4}"/>
          </ac:spMkLst>
        </pc:spChg>
        <pc:spChg chg="mod">
          <ac:chgData name="安珠 山田" userId="6e1c022d408fe718" providerId="LiveId" clId="{AB092387-110A-496A-ABD5-B0DDE6F9411E}" dt="2026-04-20T11:51:29.736" v="668" actId="14100"/>
          <ac:spMkLst>
            <pc:docMk/>
            <pc:sldMk cId="1084252157" sldId="266"/>
            <ac:spMk id="3" creationId="{E427D0B0-C1D7-2C1E-2CB0-65EB6236FF24}"/>
          </ac:spMkLst>
        </pc:spChg>
        <pc:picChg chg="mod">
          <ac:chgData name="安珠 山田" userId="6e1c022d408fe718" providerId="LiveId" clId="{AB092387-110A-496A-ABD5-B0DDE6F9411E}" dt="2026-04-20T11:51:32.175" v="669" actId="1076"/>
          <ac:picMkLst>
            <pc:docMk/>
            <pc:sldMk cId="1084252157" sldId="266"/>
            <ac:picMk id="5" creationId="{8BEA9564-9CC8-B90E-CF4A-E9079BE35658}"/>
          </ac:picMkLst>
        </pc:picChg>
      </pc:sldChg>
      <pc:sldChg chg="addSp modSp mod">
        <pc:chgData name="安珠 山田" userId="6e1c022d408fe718" providerId="LiveId" clId="{AB092387-110A-496A-ABD5-B0DDE6F9411E}" dt="2026-04-20T14:30:32.818" v="1323" actId="1076"/>
        <pc:sldMkLst>
          <pc:docMk/>
          <pc:sldMk cId="2415093881" sldId="267"/>
        </pc:sldMkLst>
        <pc:spChg chg="mod">
          <ac:chgData name="安珠 山田" userId="6e1c022d408fe718" providerId="LiveId" clId="{AB092387-110A-496A-ABD5-B0DDE6F9411E}" dt="2026-04-20T12:03:36.586" v="709" actId="113"/>
          <ac:spMkLst>
            <pc:docMk/>
            <pc:sldMk cId="2415093881" sldId="267"/>
            <ac:spMk id="2" creationId="{62830094-1A9C-7608-CBA9-BA85B2F4AD41}"/>
          </ac:spMkLst>
        </pc:spChg>
        <pc:spChg chg="mod">
          <ac:chgData name="安珠 山田" userId="6e1c022d408fe718" providerId="LiveId" clId="{AB092387-110A-496A-ABD5-B0DDE6F9411E}" dt="2026-04-20T14:30:21.492" v="1319" actId="27636"/>
          <ac:spMkLst>
            <pc:docMk/>
            <pc:sldMk cId="2415093881" sldId="267"/>
            <ac:spMk id="3" creationId="{65ED1E3F-DFFB-71CD-6E65-2941EF4B8D45}"/>
          </ac:spMkLst>
        </pc:spChg>
        <pc:picChg chg="add mod">
          <ac:chgData name="安珠 山田" userId="6e1c022d408fe718" providerId="LiveId" clId="{AB092387-110A-496A-ABD5-B0DDE6F9411E}" dt="2026-04-20T14:30:32.818" v="1323" actId="1076"/>
          <ac:picMkLst>
            <pc:docMk/>
            <pc:sldMk cId="2415093881" sldId="267"/>
            <ac:picMk id="4" creationId="{AF5B749E-D5B4-B7D2-B85C-131709B1A52E}"/>
          </ac:picMkLst>
        </pc:picChg>
      </pc:sldChg>
      <pc:sldChg chg="modSp del">
        <pc:chgData name="安珠 山田" userId="6e1c022d408fe718" providerId="LiveId" clId="{AB092387-110A-496A-ABD5-B0DDE6F9411E}" dt="2026-04-20T12:03:22.047" v="706" actId="47"/>
        <pc:sldMkLst>
          <pc:docMk/>
          <pc:sldMk cId="915695521" sldId="268"/>
        </pc:sldMkLst>
        <pc:spChg chg="mod">
          <ac:chgData name="安珠 山田" userId="6e1c022d408fe718" providerId="LiveId" clId="{AB092387-110A-496A-ABD5-B0DDE6F9411E}" dt="2026-04-20T11:04:00.231" v="119"/>
          <ac:spMkLst>
            <pc:docMk/>
            <pc:sldMk cId="915695521" sldId="268"/>
            <ac:spMk id="2" creationId="{53D357D0-7D4B-E5A6-4D32-FE94CD5D0C99}"/>
          </ac:spMkLst>
        </pc:spChg>
        <pc:picChg chg="mod">
          <ac:chgData name="安珠 山田" userId="6e1c022d408fe718" providerId="LiveId" clId="{AB092387-110A-496A-ABD5-B0DDE6F9411E}" dt="2026-04-20T11:04:00.231" v="119"/>
          <ac:picMkLst>
            <pc:docMk/>
            <pc:sldMk cId="915695521" sldId="268"/>
            <ac:picMk id="5" creationId="{F0F798DA-58B8-6E3D-58CA-B05A976185D5}"/>
          </ac:picMkLst>
        </pc:picChg>
      </pc:sldChg>
      <pc:sldChg chg="addSp delSp modSp mod">
        <pc:chgData name="安珠 山田" userId="6e1c022d408fe718" providerId="LiveId" clId="{AB092387-110A-496A-ABD5-B0DDE6F9411E}" dt="2026-04-20T14:30:53.367" v="1328" actId="1076"/>
        <pc:sldMkLst>
          <pc:docMk/>
          <pc:sldMk cId="53960310" sldId="269"/>
        </pc:sldMkLst>
        <pc:spChg chg="mod">
          <ac:chgData name="安珠 山田" userId="6e1c022d408fe718" providerId="LiveId" clId="{AB092387-110A-496A-ABD5-B0DDE6F9411E}" dt="2026-04-20T12:40:58.220" v="969"/>
          <ac:spMkLst>
            <pc:docMk/>
            <pc:sldMk cId="53960310" sldId="269"/>
            <ac:spMk id="2" creationId="{7450D0E3-B0F8-5FDF-1E20-BC9C00CD8173}"/>
          </ac:spMkLst>
        </pc:spChg>
        <pc:spChg chg="add">
          <ac:chgData name="安珠 山田" userId="6e1c022d408fe718" providerId="LiveId" clId="{AB092387-110A-496A-ABD5-B0DDE6F9411E}" dt="2026-04-20T12:07:14.198" v="733"/>
          <ac:spMkLst>
            <pc:docMk/>
            <pc:sldMk cId="53960310" sldId="269"/>
            <ac:spMk id="6" creationId="{6DD7252D-2D81-9373-5B52-D0C071424497}"/>
          </ac:spMkLst>
        </pc:spChg>
        <pc:spChg chg="add del mod">
          <ac:chgData name="安珠 山田" userId="6e1c022d408fe718" providerId="LiveId" clId="{AB092387-110A-496A-ABD5-B0DDE6F9411E}" dt="2026-04-20T12:07:42.220" v="740" actId="478"/>
          <ac:spMkLst>
            <pc:docMk/>
            <pc:sldMk cId="53960310" sldId="269"/>
            <ac:spMk id="7" creationId="{8C20AD9C-BE6E-CEE0-DD38-E388E9F78E54}"/>
          </ac:spMkLst>
        </pc:spChg>
        <pc:spChg chg="add">
          <ac:chgData name="安珠 山田" userId="6e1c022d408fe718" providerId="LiveId" clId="{AB092387-110A-496A-ABD5-B0DDE6F9411E}" dt="2026-04-20T12:07:19.535" v="735"/>
          <ac:spMkLst>
            <pc:docMk/>
            <pc:sldMk cId="53960310" sldId="269"/>
            <ac:spMk id="8" creationId="{83977D4C-D8A6-95D7-EFB8-D4501F502366}"/>
          </ac:spMkLst>
        </pc:spChg>
        <pc:spChg chg="add">
          <ac:chgData name="安珠 山田" userId="6e1c022d408fe718" providerId="LiveId" clId="{AB092387-110A-496A-ABD5-B0DDE6F9411E}" dt="2026-04-20T12:07:24.243" v="736"/>
          <ac:spMkLst>
            <pc:docMk/>
            <pc:sldMk cId="53960310" sldId="269"/>
            <ac:spMk id="9" creationId="{C3ACC430-1A21-E11A-CB63-7E45FFD357F9}"/>
          </ac:spMkLst>
        </pc:spChg>
        <pc:spChg chg="add">
          <ac:chgData name="安珠 山田" userId="6e1c022d408fe718" providerId="LiveId" clId="{AB092387-110A-496A-ABD5-B0DDE6F9411E}" dt="2026-04-20T12:07:32.229" v="738"/>
          <ac:spMkLst>
            <pc:docMk/>
            <pc:sldMk cId="53960310" sldId="269"/>
            <ac:spMk id="10" creationId="{1F21D23F-0519-5F25-AD02-320AB86E35D3}"/>
          </ac:spMkLst>
        </pc:spChg>
        <pc:spChg chg="add">
          <ac:chgData name="安珠 山田" userId="6e1c022d408fe718" providerId="LiveId" clId="{AB092387-110A-496A-ABD5-B0DDE6F9411E}" dt="2026-04-20T12:07:39.861" v="739"/>
          <ac:spMkLst>
            <pc:docMk/>
            <pc:sldMk cId="53960310" sldId="269"/>
            <ac:spMk id="11" creationId="{AAA04E7C-3AFF-88CB-A35B-6E087D1EC9E5}"/>
          </ac:spMkLst>
        </pc:spChg>
        <pc:spChg chg="add mod">
          <ac:chgData name="安珠 山田" userId="6e1c022d408fe718" providerId="LiveId" clId="{AB092387-110A-496A-ABD5-B0DDE6F9411E}" dt="2026-04-20T14:30:48.489" v="1327" actId="1076"/>
          <ac:spMkLst>
            <pc:docMk/>
            <pc:sldMk cId="53960310" sldId="269"/>
            <ac:spMk id="12" creationId="{DDB026EA-1AE9-E926-F893-8858F49FF097}"/>
          </ac:spMkLst>
        </pc:spChg>
        <pc:picChg chg="mod">
          <ac:chgData name="安珠 山田" userId="6e1c022d408fe718" providerId="LiveId" clId="{AB092387-110A-496A-ABD5-B0DDE6F9411E}" dt="2026-04-20T14:30:53.367" v="1328" actId="1076"/>
          <ac:picMkLst>
            <pc:docMk/>
            <pc:sldMk cId="53960310" sldId="269"/>
            <ac:picMk id="5" creationId="{89D0A24F-53B0-40C0-0BB5-1F89B78B709C}"/>
          </ac:picMkLst>
        </pc:picChg>
      </pc:sldChg>
      <pc:sldChg chg="addSp modSp mod">
        <pc:chgData name="安珠 山田" userId="6e1c022d408fe718" providerId="LiveId" clId="{AB092387-110A-496A-ABD5-B0DDE6F9411E}" dt="2026-04-20T14:43:04.351" v="1540" actId="20577"/>
        <pc:sldMkLst>
          <pc:docMk/>
          <pc:sldMk cId="1642367859" sldId="270"/>
        </pc:sldMkLst>
        <pc:spChg chg="mod">
          <ac:chgData name="安珠 山田" userId="6e1c022d408fe718" providerId="LiveId" clId="{AB092387-110A-496A-ABD5-B0DDE6F9411E}" dt="2026-04-20T14:31:15.418" v="1336" actId="20577"/>
          <ac:spMkLst>
            <pc:docMk/>
            <pc:sldMk cId="1642367859" sldId="270"/>
            <ac:spMk id="2" creationId="{8DB67DAE-A216-7C1B-A640-5E678C063482}"/>
          </ac:spMkLst>
        </pc:spChg>
        <pc:spChg chg="mod">
          <ac:chgData name="安珠 山田" userId="6e1c022d408fe718" providerId="LiveId" clId="{AB092387-110A-496A-ABD5-B0DDE6F9411E}" dt="2026-04-20T14:43:04.351" v="1540" actId="20577"/>
          <ac:spMkLst>
            <pc:docMk/>
            <pc:sldMk cId="1642367859" sldId="270"/>
            <ac:spMk id="3" creationId="{757F763A-3A6C-DBD6-E053-0273FDD1D0C0}"/>
          </ac:spMkLst>
        </pc:spChg>
        <pc:picChg chg="add mod">
          <ac:chgData name="安珠 山田" userId="6e1c022d408fe718" providerId="LiveId" clId="{AB092387-110A-496A-ABD5-B0DDE6F9411E}" dt="2026-04-20T14:32:02.747" v="1341" actId="1076"/>
          <ac:picMkLst>
            <pc:docMk/>
            <pc:sldMk cId="1642367859" sldId="270"/>
            <ac:picMk id="4" creationId="{81F9C5D4-D8D2-4B74-5904-6B0E916ED91D}"/>
          </ac:picMkLst>
        </pc:picChg>
      </pc:sldChg>
      <pc:sldChg chg="addSp delSp modSp new mod">
        <pc:chgData name="安珠 山田" userId="6e1c022d408fe718" providerId="LiveId" clId="{AB092387-110A-496A-ABD5-B0DDE6F9411E}" dt="2026-04-20T14:42:51.031" v="1537" actId="1076"/>
        <pc:sldMkLst>
          <pc:docMk/>
          <pc:sldMk cId="3078148418" sldId="271"/>
        </pc:sldMkLst>
        <pc:spChg chg="mod">
          <ac:chgData name="安珠 山田" userId="6e1c022d408fe718" providerId="LiveId" clId="{AB092387-110A-496A-ABD5-B0DDE6F9411E}" dt="2026-04-20T12:34:07.865" v="941" actId="1076"/>
          <ac:spMkLst>
            <pc:docMk/>
            <pc:sldMk cId="3078148418" sldId="271"/>
            <ac:spMk id="2" creationId="{C8D6DC7B-B233-0011-275C-E9928511F359}"/>
          </ac:spMkLst>
        </pc:spChg>
        <pc:spChg chg="mod">
          <ac:chgData name="安珠 山田" userId="6e1c022d408fe718" providerId="LiveId" clId="{AB092387-110A-496A-ABD5-B0DDE6F9411E}" dt="2026-04-20T14:38:19.095" v="1474" actId="1076"/>
          <ac:spMkLst>
            <pc:docMk/>
            <pc:sldMk cId="3078148418" sldId="271"/>
            <ac:spMk id="3" creationId="{328ABC56-0357-BAC7-DCE3-0E5550B5696E}"/>
          </ac:spMkLst>
        </pc:spChg>
        <pc:picChg chg="add del mod">
          <ac:chgData name="安珠 山田" userId="6e1c022d408fe718" providerId="LiveId" clId="{AB092387-110A-496A-ABD5-B0DDE6F9411E}" dt="2026-04-20T14:42:48.184" v="1536" actId="478"/>
          <ac:picMkLst>
            <pc:docMk/>
            <pc:sldMk cId="3078148418" sldId="271"/>
            <ac:picMk id="4" creationId="{532E0CBC-4F50-C3DC-86C1-DB7F48D2829E}"/>
          </ac:picMkLst>
        </pc:picChg>
        <pc:picChg chg="add mod">
          <ac:chgData name="安珠 山田" userId="6e1c022d408fe718" providerId="LiveId" clId="{AB092387-110A-496A-ABD5-B0DDE6F9411E}" dt="2026-04-20T14:42:51.031" v="1537" actId="1076"/>
          <ac:picMkLst>
            <pc:docMk/>
            <pc:sldMk cId="3078148418" sldId="271"/>
            <ac:picMk id="5" creationId="{B98CF1E6-FD06-3340-0F64-14DB63658A24}"/>
          </ac:picMkLst>
        </pc:picChg>
      </pc:sldChg>
      <pc:sldChg chg="addSp modSp new mod">
        <pc:chgData name="安珠 山田" userId="6e1c022d408fe718" providerId="LiveId" clId="{AB092387-110A-496A-ABD5-B0DDE6F9411E}" dt="2026-04-20T14:19:45.407" v="1276" actId="255"/>
        <pc:sldMkLst>
          <pc:docMk/>
          <pc:sldMk cId="1468670142" sldId="272"/>
        </pc:sldMkLst>
        <pc:spChg chg="mod">
          <ac:chgData name="安珠 山田" userId="6e1c022d408fe718" providerId="LiveId" clId="{AB092387-110A-496A-ABD5-B0DDE6F9411E}" dt="2026-04-20T14:19:40.259" v="1275" actId="113"/>
          <ac:spMkLst>
            <pc:docMk/>
            <pc:sldMk cId="1468670142" sldId="272"/>
            <ac:spMk id="2" creationId="{83DC5839-2737-B9F1-DF5C-1890011044FA}"/>
          </ac:spMkLst>
        </pc:spChg>
        <pc:spChg chg="mod">
          <ac:chgData name="安珠 山田" userId="6e1c022d408fe718" providerId="LiveId" clId="{AB092387-110A-496A-ABD5-B0DDE6F9411E}" dt="2026-04-20T14:19:45.407" v="1276" actId="255"/>
          <ac:spMkLst>
            <pc:docMk/>
            <pc:sldMk cId="1468670142" sldId="272"/>
            <ac:spMk id="3" creationId="{D56F124D-E98D-5B2B-4CB6-C1C396A61ACC}"/>
          </ac:spMkLst>
        </pc:spChg>
        <pc:spChg chg="add">
          <ac:chgData name="安珠 山田" userId="6e1c022d408fe718" providerId="LiveId" clId="{AB092387-110A-496A-ABD5-B0DDE6F9411E}" dt="2026-04-20T14:14:45.149" v="1166"/>
          <ac:spMkLst>
            <pc:docMk/>
            <pc:sldMk cId="1468670142" sldId="272"/>
            <ac:spMk id="4" creationId="{2E058DDD-A519-E444-2294-AF2D75CAC9F5}"/>
          </ac:spMkLst>
        </pc:spChg>
        <pc:picChg chg="add mod">
          <ac:chgData name="安珠 山田" userId="6e1c022d408fe718" providerId="LiveId" clId="{AB092387-110A-496A-ABD5-B0DDE6F9411E}" dt="2026-04-20T14:19:31.432" v="1272"/>
          <ac:picMkLst>
            <pc:docMk/>
            <pc:sldMk cId="1468670142" sldId="272"/>
            <ac:picMk id="5" creationId="{C86DF046-9697-B7BD-FA06-E85079581B08}"/>
          </ac:picMkLst>
        </pc:picChg>
      </pc:sldChg>
      <pc:sldChg chg="addSp delSp modSp new mod">
        <pc:chgData name="安珠 山田" userId="6e1c022d408fe718" providerId="LiveId" clId="{AB092387-110A-496A-ABD5-B0DDE6F9411E}" dt="2026-04-20T14:28:03.486" v="1306" actId="20577"/>
        <pc:sldMkLst>
          <pc:docMk/>
          <pc:sldMk cId="1003321230" sldId="273"/>
        </pc:sldMkLst>
        <pc:spChg chg="mod">
          <ac:chgData name="安珠 山田" userId="6e1c022d408fe718" providerId="LiveId" clId="{AB092387-110A-496A-ABD5-B0DDE6F9411E}" dt="2026-04-20T14:25:41.788" v="1286" actId="113"/>
          <ac:spMkLst>
            <pc:docMk/>
            <pc:sldMk cId="1003321230" sldId="273"/>
            <ac:spMk id="2" creationId="{673E5616-CA18-4741-1B4C-1F1BD1AD97B7}"/>
          </ac:spMkLst>
        </pc:spChg>
        <pc:spChg chg="del">
          <ac:chgData name="安珠 山田" userId="6e1c022d408fe718" providerId="LiveId" clId="{AB092387-110A-496A-ABD5-B0DDE6F9411E}" dt="2026-04-20T14:26:03.480" v="1287" actId="931"/>
          <ac:spMkLst>
            <pc:docMk/>
            <pc:sldMk cId="1003321230" sldId="273"/>
            <ac:spMk id="3" creationId="{382EA9E9-C17D-6512-CB54-1CAFFF2FFEA5}"/>
          </ac:spMkLst>
        </pc:spChg>
        <pc:spChg chg="add mod">
          <ac:chgData name="安珠 山田" userId="6e1c022d408fe718" providerId="LiveId" clId="{AB092387-110A-496A-ABD5-B0DDE6F9411E}" dt="2026-04-20T14:28:03.486" v="1306" actId="20577"/>
          <ac:spMkLst>
            <pc:docMk/>
            <pc:sldMk cId="1003321230" sldId="273"/>
            <ac:spMk id="6" creationId="{A2A1D3DA-05BA-9487-9F3B-BEC06E171B7D}"/>
          </ac:spMkLst>
        </pc:spChg>
        <pc:picChg chg="add mod ord">
          <ac:chgData name="安珠 山田" userId="6e1c022d408fe718" providerId="LiveId" clId="{AB092387-110A-496A-ABD5-B0DDE6F9411E}" dt="2026-04-20T14:26:05.256" v="1288" actId="1076"/>
          <ac:picMkLst>
            <pc:docMk/>
            <pc:sldMk cId="1003321230" sldId="273"/>
            <ac:picMk id="5" creationId="{20ECFB10-E262-FE24-3E61-5555CE5EDB1B}"/>
          </ac:picMkLst>
        </pc:picChg>
      </pc:sldChg>
      <pc:sldChg chg="addSp delSp modSp new mod setBg addAnim">
        <pc:chgData name="安珠 山田" userId="6e1c022d408fe718" providerId="LiveId" clId="{AB092387-110A-496A-ABD5-B0DDE6F9411E}" dt="2026-04-20T14:50:34.393" v="1543" actId="1076"/>
        <pc:sldMkLst>
          <pc:docMk/>
          <pc:sldMk cId="3537988303" sldId="274"/>
        </pc:sldMkLst>
        <pc:spChg chg="mod">
          <ac:chgData name="安珠 山田" userId="6e1c022d408fe718" providerId="LiveId" clId="{AB092387-110A-496A-ABD5-B0DDE6F9411E}" dt="2026-04-20T14:50:34.393" v="1543" actId="1076"/>
          <ac:spMkLst>
            <pc:docMk/>
            <pc:sldMk cId="3537988303" sldId="274"/>
            <ac:spMk id="2" creationId="{647299A8-7548-0007-5C5D-2651D85EBFE9}"/>
          </ac:spMkLst>
        </pc:spChg>
        <pc:spChg chg="add del mod">
          <ac:chgData name="安珠 山田" userId="6e1c022d408fe718" providerId="LiveId" clId="{AB092387-110A-496A-ABD5-B0DDE6F9411E}" dt="2026-04-20T14:33:02.146" v="1360" actId="478"/>
          <ac:spMkLst>
            <pc:docMk/>
            <pc:sldMk cId="3537988303" sldId="274"/>
            <ac:spMk id="3" creationId="{407D91E4-88BF-6B7C-D8D1-981E726FA3CF}"/>
          </ac:spMkLst>
        </pc:spChg>
        <pc:spChg chg="add">
          <ac:chgData name="安珠 山田" userId="6e1c022d408fe718" providerId="LiveId" clId="{AB092387-110A-496A-ABD5-B0DDE6F9411E}" dt="2026-04-20T14:33:08.623" v="1361" actId="26606"/>
          <ac:spMkLst>
            <pc:docMk/>
            <pc:sldMk cId="3537988303" sldId="274"/>
            <ac:spMk id="4" creationId="{5CEAD642-85CF-4750-8432-7C80C901F001}"/>
          </ac:spMkLst>
        </pc:spChg>
        <pc:spChg chg="add del">
          <ac:chgData name="安珠 山田" userId="6e1c022d408fe718" providerId="LiveId" clId="{AB092387-110A-496A-ABD5-B0DDE6F9411E}" dt="2026-04-20T14:35:52.575" v="1433" actId="26606"/>
          <ac:spMkLst>
            <pc:docMk/>
            <pc:sldMk cId="3537988303" sldId="274"/>
            <ac:spMk id="6" creationId="{FA33EEAE-15D5-4119-8C1E-89D943F911EF}"/>
          </ac:spMkLst>
        </pc:spChg>
        <pc:spChg chg="add del">
          <ac:chgData name="安珠 山田" userId="6e1c022d408fe718" providerId="LiveId" clId="{AB092387-110A-496A-ABD5-B0DDE6F9411E}" dt="2026-04-20T14:35:52.575" v="1433" actId="26606"/>
          <ac:spMkLst>
            <pc:docMk/>
            <pc:sldMk cId="3537988303" sldId="274"/>
            <ac:spMk id="7" creationId="{0E30439A-8A5B-46EC-8283-9B6B031D40D0}"/>
          </ac:spMkLst>
        </pc:spChg>
        <pc:spChg chg="add del">
          <ac:chgData name="安珠 山田" userId="6e1c022d408fe718" providerId="LiveId" clId="{AB092387-110A-496A-ABD5-B0DDE6F9411E}" dt="2026-04-20T14:32:50.309" v="1359" actId="26606"/>
          <ac:spMkLst>
            <pc:docMk/>
            <pc:sldMk cId="3537988303" sldId="274"/>
            <ac:spMk id="9" creationId="{C1DD1A8A-57D5-4A81-AD04-532B043C5611}"/>
          </ac:spMkLst>
        </pc:spChg>
        <pc:spChg chg="add del">
          <ac:chgData name="安珠 山田" userId="6e1c022d408fe718" providerId="LiveId" clId="{AB092387-110A-496A-ABD5-B0DDE6F9411E}" dt="2026-04-20T14:32:50.309" v="1359" actId="26606"/>
          <ac:spMkLst>
            <pc:docMk/>
            <pc:sldMk cId="3537988303" sldId="274"/>
            <ac:spMk id="11" creationId="{007891EC-4501-44ED-A8C8-B11B6DB767AB}"/>
          </ac:spMkLst>
        </pc:spChg>
        <pc:spChg chg="add">
          <ac:chgData name="安珠 山田" userId="6e1c022d408fe718" providerId="LiveId" clId="{AB092387-110A-496A-ABD5-B0DDE6F9411E}" dt="2026-04-20T14:33:08.623" v="1361" actId="26606"/>
          <ac:spMkLst>
            <pc:docMk/>
            <pc:sldMk cId="3537988303" sldId="274"/>
            <ac:spMk id="13" creationId="{730D8B3B-9B80-4025-B934-26DC7D7CD231}"/>
          </ac:spMkLst>
        </pc:spChg>
        <pc:spChg chg="add del">
          <ac:chgData name="安珠 山田" userId="6e1c022d408fe718" providerId="LiveId" clId="{AB092387-110A-496A-ABD5-B0DDE6F9411E}" dt="2026-04-20T14:35:52.575" v="1433" actId="26606"/>
          <ac:spMkLst>
            <pc:docMk/>
            <pc:sldMk cId="3537988303" sldId="274"/>
            <ac:spMk id="15" creationId="{B5A1B09C-1565-46F8-B70F-621C5EB48A09}"/>
          </ac:spMkLst>
        </pc:spChg>
        <pc:spChg chg="add del">
          <ac:chgData name="安珠 山田" userId="6e1c022d408fe718" providerId="LiveId" clId="{AB092387-110A-496A-ABD5-B0DDE6F9411E}" dt="2026-04-20T14:35:52.575" v="1433" actId="26606"/>
          <ac:spMkLst>
            <pc:docMk/>
            <pc:sldMk cId="3537988303" sldId="274"/>
            <ac:spMk id="17" creationId="{8C516CC8-80AC-446C-A56E-9F54B7210402}"/>
          </ac:spMkLst>
        </pc:spChg>
        <pc:spChg chg="add del">
          <ac:chgData name="安珠 山田" userId="6e1c022d408fe718" providerId="LiveId" clId="{AB092387-110A-496A-ABD5-B0DDE6F9411E}" dt="2026-04-20T14:35:52.575" v="1433" actId="26606"/>
          <ac:spMkLst>
            <pc:docMk/>
            <pc:sldMk cId="3537988303" sldId="274"/>
            <ac:spMk id="19" creationId="{53947E58-F088-49F1-A3D1-DEA690192E84}"/>
          </ac:spMkLst>
        </pc:spChg>
        <pc:spChg chg="add del">
          <ac:chgData name="安珠 山田" userId="6e1c022d408fe718" providerId="LiveId" clId="{AB092387-110A-496A-ABD5-B0DDE6F9411E}" dt="2026-04-20T14:40:15.740" v="1502" actId="26606"/>
          <ac:spMkLst>
            <pc:docMk/>
            <pc:sldMk cId="3537988303" sldId="274"/>
            <ac:spMk id="24" creationId="{0E30439A-8A5B-46EC-8283-9B6B031D40D0}"/>
          </ac:spMkLst>
        </pc:spChg>
        <pc:spChg chg="add del">
          <ac:chgData name="安珠 山田" userId="6e1c022d408fe718" providerId="LiveId" clId="{AB092387-110A-496A-ABD5-B0DDE6F9411E}" dt="2026-04-20T14:40:15.740" v="1502" actId="26606"/>
          <ac:spMkLst>
            <pc:docMk/>
            <pc:sldMk cId="3537988303" sldId="274"/>
            <ac:spMk id="26" creationId="{5CEAD642-85CF-4750-8432-7C80C901F001}"/>
          </ac:spMkLst>
        </pc:spChg>
        <pc:spChg chg="add del">
          <ac:chgData name="安珠 山田" userId="6e1c022d408fe718" providerId="LiveId" clId="{AB092387-110A-496A-ABD5-B0DDE6F9411E}" dt="2026-04-20T14:40:15.740" v="1502" actId="26606"/>
          <ac:spMkLst>
            <pc:docMk/>
            <pc:sldMk cId="3537988303" sldId="274"/>
            <ac:spMk id="28" creationId="{FA33EEAE-15D5-4119-8C1E-89D943F911EF}"/>
          </ac:spMkLst>
        </pc:spChg>
        <pc:spChg chg="add del">
          <ac:chgData name="安珠 山田" userId="6e1c022d408fe718" providerId="LiveId" clId="{AB092387-110A-496A-ABD5-B0DDE6F9411E}" dt="2026-04-20T14:40:15.740" v="1502" actId="26606"/>
          <ac:spMkLst>
            <pc:docMk/>
            <pc:sldMk cId="3537988303" sldId="274"/>
            <ac:spMk id="30" creationId="{730D8B3B-9B80-4025-B934-26DC7D7CD231}"/>
          </ac:spMkLst>
        </pc:spChg>
        <pc:spChg chg="add del">
          <ac:chgData name="安珠 山田" userId="6e1c022d408fe718" providerId="LiveId" clId="{AB092387-110A-496A-ABD5-B0DDE6F9411E}" dt="2026-04-20T14:40:15.740" v="1502" actId="26606"/>
          <ac:spMkLst>
            <pc:docMk/>
            <pc:sldMk cId="3537988303" sldId="274"/>
            <ac:spMk id="34" creationId="{8C516CC8-80AC-446C-A56E-9F54B7210402}"/>
          </ac:spMkLst>
        </pc:spChg>
        <pc:spChg chg="add del">
          <ac:chgData name="安珠 山田" userId="6e1c022d408fe718" providerId="LiveId" clId="{AB092387-110A-496A-ABD5-B0DDE6F9411E}" dt="2026-04-20T14:40:15.740" v="1502" actId="26606"/>
          <ac:spMkLst>
            <pc:docMk/>
            <pc:sldMk cId="3537988303" sldId="274"/>
            <ac:spMk id="42" creationId="{4D60F200-5EB0-B223-2439-C96C67F0FEE1}"/>
          </ac:spMkLst>
        </pc:spChg>
        <pc:spChg chg="add del">
          <ac:chgData name="安珠 山田" userId="6e1c022d408fe718" providerId="LiveId" clId="{AB092387-110A-496A-ABD5-B0DDE6F9411E}" dt="2026-04-20T14:40:15.740" v="1502" actId="26606"/>
          <ac:spMkLst>
            <pc:docMk/>
            <pc:sldMk cId="3537988303" sldId="274"/>
            <ac:spMk id="46" creationId="{FEFBFA78-9360-1E01-5448-6D5AE0A32601}"/>
          </ac:spMkLst>
        </pc:spChg>
        <pc:spChg chg="add del">
          <ac:chgData name="安珠 山田" userId="6e1c022d408fe718" providerId="LiveId" clId="{AB092387-110A-496A-ABD5-B0DDE6F9411E}" dt="2026-04-20T14:40:15.740" v="1502" actId="26606"/>
          <ac:spMkLst>
            <pc:docMk/>
            <pc:sldMk cId="3537988303" sldId="274"/>
            <ac:spMk id="48" creationId="{1740453C-744F-DB3A-47EC-15EACE1DC117}"/>
          </ac:spMkLst>
        </pc:spChg>
        <pc:spChg chg="add del">
          <ac:chgData name="安珠 山田" userId="6e1c022d408fe718" providerId="LiveId" clId="{AB092387-110A-496A-ABD5-B0DDE6F9411E}" dt="2026-04-20T14:40:15.740" v="1502" actId="26606"/>
          <ac:spMkLst>
            <pc:docMk/>
            <pc:sldMk cId="3537988303" sldId="274"/>
            <ac:spMk id="50" creationId="{B6924B03-77BD-EAE3-2854-43363FF8E6BB}"/>
          </ac:spMkLst>
        </pc:spChg>
        <pc:picChg chg="add del">
          <ac:chgData name="安珠 山田" userId="6e1c022d408fe718" providerId="LiveId" clId="{AB092387-110A-496A-ABD5-B0DDE6F9411E}" dt="2026-04-20T14:32:50.309" v="1359" actId="26606"/>
          <ac:picMkLst>
            <pc:docMk/>
            <pc:sldMk cId="3537988303" sldId="274"/>
            <ac:picMk id="5" creationId="{02942292-6692-EA39-3B0A-0648B42564E9}"/>
          </ac:picMkLst>
        </pc:picChg>
      </pc:sldChg>
      <pc:sldChg chg="addSp delSp modSp new add del mod setBg addAnim">
        <pc:chgData name="安珠 山田" userId="6e1c022d408fe718" providerId="LiveId" clId="{AB092387-110A-496A-ABD5-B0DDE6F9411E}" dt="2026-04-20T14:50:38.497" v="1544" actId="1076"/>
        <pc:sldMkLst>
          <pc:docMk/>
          <pc:sldMk cId="121115866" sldId="275"/>
        </pc:sldMkLst>
        <pc:spChg chg="mod">
          <ac:chgData name="安珠 山田" userId="6e1c022d408fe718" providerId="LiveId" clId="{AB092387-110A-496A-ABD5-B0DDE6F9411E}" dt="2026-04-20T14:50:38.497" v="1544" actId="1076"/>
          <ac:spMkLst>
            <pc:docMk/>
            <pc:sldMk cId="121115866" sldId="275"/>
            <ac:spMk id="2" creationId="{3F9BBD16-46DA-8E26-3180-6BF81256E67B}"/>
          </ac:spMkLst>
        </pc:spChg>
        <pc:spChg chg="del">
          <ac:chgData name="安珠 山田" userId="6e1c022d408fe718" providerId="LiveId" clId="{AB092387-110A-496A-ABD5-B0DDE6F9411E}" dt="2026-04-20T14:33:45.710" v="1381" actId="478"/>
          <ac:spMkLst>
            <pc:docMk/>
            <pc:sldMk cId="121115866" sldId="275"/>
            <ac:spMk id="3" creationId="{AC8C3D0E-8D43-ED1D-BE80-BA6164A4FC73}"/>
          </ac:spMkLst>
        </pc:spChg>
        <pc:spChg chg="add del">
          <ac:chgData name="安珠 山田" userId="6e1c022d408fe718" providerId="LiveId" clId="{AB092387-110A-496A-ABD5-B0DDE6F9411E}" dt="2026-04-20T14:35:44.031" v="1430" actId="26606"/>
          <ac:spMkLst>
            <pc:docMk/>
            <pc:sldMk cId="121115866" sldId="275"/>
            <ac:spMk id="7" creationId="{C7D023E4-8DE1-436E-9847-ED6A4B4B04FD}"/>
          </ac:spMkLst>
        </pc:spChg>
        <pc:spChg chg="add del">
          <ac:chgData name="安珠 山田" userId="6e1c022d408fe718" providerId="LiveId" clId="{AB092387-110A-496A-ABD5-B0DDE6F9411E}" dt="2026-04-20T14:40:16.864" v="1503" actId="26606"/>
          <ac:spMkLst>
            <pc:docMk/>
            <pc:sldMk cId="121115866" sldId="275"/>
            <ac:spMk id="25" creationId="{0E30439A-8A5B-46EC-8283-9B6B031D40D0}"/>
          </ac:spMkLst>
        </pc:spChg>
        <pc:spChg chg="add del">
          <ac:chgData name="安珠 山田" userId="6e1c022d408fe718" providerId="LiveId" clId="{AB092387-110A-496A-ABD5-B0DDE6F9411E}" dt="2026-04-20T14:40:16.864" v="1503" actId="26606"/>
          <ac:spMkLst>
            <pc:docMk/>
            <pc:sldMk cId="121115866" sldId="275"/>
            <ac:spMk id="27" creationId="{5CEAD642-85CF-4750-8432-7C80C901F001}"/>
          </ac:spMkLst>
        </pc:spChg>
        <pc:spChg chg="add">
          <ac:chgData name="安珠 山田" userId="6e1c022d408fe718" providerId="LiveId" clId="{AB092387-110A-496A-ABD5-B0DDE6F9411E}" dt="2026-04-20T14:35:44.031" v="1430" actId="26606"/>
          <ac:spMkLst>
            <pc:docMk/>
            <pc:sldMk cId="121115866" sldId="275"/>
            <ac:spMk id="29" creationId="{FA33EEAE-15D5-4119-8C1E-89D943F911EF}"/>
          </ac:spMkLst>
        </pc:spChg>
        <pc:spChg chg="add del">
          <ac:chgData name="安珠 山田" userId="6e1c022d408fe718" providerId="LiveId" clId="{AB092387-110A-496A-ABD5-B0DDE6F9411E}" dt="2026-04-20T14:40:16.864" v="1503" actId="26606"/>
          <ac:spMkLst>
            <pc:docMk/>
            <pc:sldMk cId="121115866" sldId="275"/>
            <ac:spMk id="31" creationId="{730D8B3B-9B80-4025-B934-26DC7D7CD231}"/>
          </ac:spMkLst>
        </pc:spChg>
        <pc:spChg chg="add del">
          <ac:chgData name="安珠 山田" userId="6e1c022d408fe718" providerId="LiveId" clId="{AB092387-110A-496A-ABD5-B0DDE6F9411E}" dt="2026-04-20T14:40:16.864" v="1503" actId="26606"/>
          <ac:spMkLst>
            <pc:docMk/>
            <pc:sldMk cId="121115866" sldId="275"/>
            <ac:spMk id="33" creationId="{B5A1B09C-1565-46F8-B70F-621C5EB48A09}"/>
          </ac:spMkLst>
        </pc:spChg>
        <pc:spChg chg="add del">
          <ac:chgData name="安珠 山田" userId="6e1c022d408fe718" providerId="LiveId" clId="{AB092387-110A-496A-ABD5-B0DDE6F9411E}" dt="2026-04-20T14:40:16.864" v="1503" actId="26606"/>
          <ac:spMkLst>
            <pc:docMk/>
            <pc:sldMk cId="121115866" sldId="275"/>
            <ac:spMk id="35" creationId="{8C516CC8-80AC-446C-A56E-9F54B7210402}"/>
          </ac:spMkLst>
        </pc:spChg>
        <pc:spChg chg="add del">
          <ac:chgData name="安珠 山田" userId="6e1c022d408fe718" providerId="LiveId" clId="{AB092387-110A-496A-ABD5-B0DDE6F9411E}" dt="2026-04-20T14:40:16.864" v="1503" actId="26606"/>
          <ac:spMkLst>
            <pc:docMk/>
            <pc:sldMk cId="121115866" sldId="275"/>
            <ac:spMk id="37" creationId="{53947E58-F088-49F1-A3D1-DEA690192E84}"/>
          </ac:spMkLst>
        </pc:spChg>
        <pc:spChg chg="add del">
          <ac:chgData name="安珠 山田" userId="6e1c022d408fe718" providerId="LiveId" clId="{AB092387-110A-496A-ABD5-B0DDE6F9411E}" dt="2026-04-20T14:40:16.864" v="1503" actId="26606"/>
          <ac:spMkLst>
            <pc:docMk/>
            <pc:sldMk cId="121115866" sldId="275"/>
            <ac:spMk id="43" creationId="{9203DE33-2CD4-4CA8-9AF3-37C3B65133B0}"/>
          </ac:spMkLst>
        </pc:spChg>
        <pc:spChg chg="add del">
          <ac:chgData name="安珠 山田" userId="6e1c022d408fe718" providerId="LiveId" clId="{AB092387-110A-496A-ABD5-B0DDE6F9411E}" dt="2026-04-20T14:40:16.864" v="1503" actId="26606"/>
          <ac:spMkLst>
            <pc:docMk/>
            <pc:sldMk cId="121115866" sldId="275"/>
            <ac:spMk id="45" creationId="{0AF57B88-1D4C-41FA-A761-EC1DD10C35CB}"/>
          </ac:spMkLst>
        </pc:spChg>
        <pc:spChg chg="add del">
          <ac:chgData name="安珠 山田" userId="6e1c022d408fe718" providerId="LiveId" clId="{AB092387-110A-496A-ABD5-B0DDE6F9411E}" dt="2026-04-20T14:40:16.864" v="1503" actId="26606"/>
          <ac:spMkLst>
            <pc:docMk/>
            <pc:sldMk cId="121115866" sldId="275"/>
            <ac:spMk id="49" creationId="{5E81CCFB-7BEF-4186-86FB-D09450B4D02D}"/>
          </ac:spMkLst>
        </pc:spChg>
        <pc:grpChg chg="add">
          <ac:chgData name="安珠 山田" userId="6e1c022d408fe718" providerId="LiveId" clId="{AB092387-110A-496A-ABD5-B0DDE6F9411E}" dt="2026-04-20T14:34:31.714" v="1422" actId="26606"/>
          <ac:grpSpMkLst>
            <pc:docMk/>
            <pc:sldMk cId="121115866" sldId="275"/>
            <ac:grpSpMk id="9" creationId="{1FEC590B-3306-47E9-BD67-97F3F76169A4}"/>
          </ac:grpSpMkLst>
        </pc:grpChg>
        <pc:grpChg chg="add del">
          <ac:chgData name="安珠 山田" userId="6e1c022d408fe718" providerId="LiveId" clId="{AB092387-110A-496A-ABD5-B0DDE6F9411E}" dt="2026-04-20T14:35:44.031" v="1430" actId="26606"/>
          <ac:grpSpMkLst>
            <pc:docMk/>
            <pc:sldMk cId="121115866" sldId="275"/>
            <ac:grpSpMk id="13" creationId="{A47AAF5E-1692-48C9-98FB-6432BF0BC4F7}"/>
          </ac:grpSpMkLst>
        </pc:grpChg>
        <pc:picChg chg="add del mod">
          <ac:chgData name="安珠 山田" userId="6e1c022d408fe718" providerId="LiveId" clId="{AB092387-110A-496A-ABD5-B0DDE6F9411E}" dt="2026-04-20T14:33:43.336" v="1380" actId="478"/>
          <ac:picMkLst>
            <pc:docMk/>
            <pc:sldMk cId="121115866" sldId="275"/>
            <ac:picMk id="4" creationId="{CD80C0AB-2FF3-1C37-52AB-CB7EB327CE93}"/>
          </ac:picMkLst>
        </pc:picChg>
        <pc:picChg chg="add del mod">
          <ac:chgData name="安珠 山田" userId="6e1c022d408fe718" providerId="LiveId" clId="{AB092387-110A-496A-ABD5-B0DDE6F9411E}" dt="2026-04-20T14:33:41.621" v="1379" actId="478"/>
          <ac:picMkLst>
            <pc:docMk/>
            <pc:sldMk cId="121115866" sldId="275"/>
            <ac:picMk id="5" creationId="{255F0DFE-5425-7447-1FCB-E2A919C32566}"/>
          </ac:picMkLst>
        </pc:picChg>
      </pc:sldChg>
      <pc:sldChg chg="addSp delSp modSp new mod setBg addAnim">
        <pc:chgData name="安珠 山田" userId="6e1c022d408fe718" providerId="LiveId" clId="{AB092387-110A-496A-ABD5-B0DDE6F9411E}" dt="2026-04-20T14:50:43.760" v="1545" actId="1076"/>
        <pc:sldMkLst>
          <pc:docMk/>
          <pc:sldMk cId="607202413" sldId="276"/>
        </pc:sldMkLst>
        <pc:spChg chg="mod">
          <ac:chgData name="安珠 山田" userId="6e1c022d408fe718" providerId="LiveId" clId="{AB092387-110A-496A-ABD5-B0DDE6F9411E}" dt="2026-04-20T14:50:43.760" v="1545" actId="1076"/>
          <ac:spMkLst>
            <pc:docMk/>
            <pc:sldMk cId="607202413" sldId="276"/>
            <ac:spMk id="2" creationId="{51AAD98F-E3DE-904E-5076-73D1F07066B7}"/>
          </ac:spMkLst>
        </pc:spChg>
        <pc:spChg chg="del">
          <ac:chgData name="安珠 山田" userId="6e1c022d408fe718" providerId="LiveId" clId="{AB092387-110A-496A-ABD5-B0DDE6F9411E}" dt="2026-04-20T14:35:33.428" v="1426" actId="26606"/>
          <ac:spMkLst>
            <pc:docMk/>
            <pc:sldMk cId="607202413" sldId="276"/>
            <ac:spMk id="3" creationId="{CEE152CB-B24D-BEF0-12BC-5D8FF32C6183}"/>
          </ac:spMkLst>
        </pc:spChg>
        <pc:spChg chg="add del">
          <ac:chgData name="安珠 山田" userId="6e1c022d408fe718" providerId="LiveId" clId="{AB092387-110A-496A-ABD5-B0DDE6F9411E}" dt="2026-04-20T14:35:39.626" v="1428" actId="26606"/>
          <ac:spMkLst>
            <pc:docMk/>
            <pc:sldMk cId="607202413" sldId="276"/>
            <ac:spMk id="8" creationId="{C7D023E4-8DE1-436E-9847-ED6A4B4B04FD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26" creationId="{0E30439A-8A5B-46EC-8283-9B6B031D40D0}"/>
          </ac:spMkLst>
        </pc:spChg>
        <pc:spChg chg="add">
          <ac:chgData name="安珠 山田" userId="6e1c022d408fe718" providerId="LiveId" clId="{AB092387-110A-496A-ABD5-B0DDE6F9411E}" dt="2026-04-20T14:35:39.626" v="1428" actId="26606"/>
          <ac:spMkLst>
            <pc:docMk/>
            <pc:sldMk cId="607202413" sldId="276"/>
            <ac:spMk id="28" creationId="{5CEAD642-85CF-4750-8432-7C80C901F001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30" creationId="{FA33EEAE-15D5-4119-8C1E-89D943F911EF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32" creationId="{730D8B3B-9B80-4025-B934-26DC7D7CD231}"/>
          </ac:spMkLst>
        </pc:spChg>
        <pc:spChg chg="add">
          <ac:chgData name="安珠 山田" userId="6e1c022d408fe718" providerId="LiveId" clId="{AB092387-110A-496A-ABD5-B0DDE6F9411E}" dt="2026-04-20T14:35:39.626" v="1428" actId="26606"/>
          <ac:spMkLst>
            <pc:docMk/>
            <pc:sldMk cId="607202413" sldId="276"/>
            <ac:spMk id="34" creationId="{B5A1B09C-1565-46F8-B70F-621C5EB48A09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36" creationId="{8C516CC8-80AC-446C-A56E-9F54B7210402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38" creationId="{53947E58-F088-49F1-A3D1-DEA690192E84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43" creationId="{1A3C89F8-0D2F-47FF-B903-151248265F47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47" creationId="{712D4376-A578-4FF1-94FC-245E7A6A489F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49" creationId="{AEA7509D-F04F-40CB-A0B3-EEF16499CC9F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53" creationId="{508BEF50-7B1E-49A4-BC19-5F4F1D755E64}"/>
          </ac:spMkLst>
        </pc:spChg>
        <pc:spChg chg="add del">
          <ac:chgData name="安珠 山田" userId="6e1c022d408fe718" providerId="LiveId" clId="{AB092387-110A-496A-ABD5-B0DDE6F9411E}" dt="2026-04-20T14:41:06.516" v="1505" actId="26606"/>
          <ac:spMkLst>
            <pc:docMk/>
            <pc:sldMk cId="607202413" sldId="276"/>
            <ac:spMk id="57" creationId="{C39ADB8F-D187-49D7-BDCF-C1B6DC727068}"/>
          </ac:spMkLst>
        </pc:spChg>
        <pc:grpChg chg="add del">
          <ac:chgData name="安珠 山田" userId="6e1c022d408fe718" providerId="LiveId" clId="{AB092387-110A-496A-ABD5-B0DDE6F9411E}" dt="2026-04-20T14:35:39.626" v="1428" actId="26606"/>
          <ac:grpSpMkLst>
            <pc:docMk/>
            <pc:sldMk cId="607202413" sldId="276"/>
            <ac:grpSpMk id="10" creationId="{1FEC590B-3306-47E9-BD67-97F3F76169A4}"/>
          </ac:grpSpMkLst>
        </pc:grpChg>
        <pc:grpChg chg="add">
          <ac:chgData name="安珠 山田" userId="6e1c022d408fe718" providerId="LiveId" clId="{AB092387-110A-496A-ABD5-B0DDE6F9411E}" dt="2026-04-20T14:35:33.428" v="1426" actId="26606"/>
          <ac:grpSpMkLst>
            <pc:docMk/>
            <pc:sldMk cId="607202413" sldId="276"/>
            <ac:grpSpMk id="14" creationId="{A47AAF5E-1692-48C9-98FB-6432BF0BC4F7}"/>
          </ac:grpSpMkLst>
        </pc:grpChg>
      </pc:sldChg>
      <pc:sldChg chg="delSp add del ord setBg delDesignElem">
        <pc:chgData name="安珠 山田" userId="6e1c022d408fe718" providerId="LiveId" clId="{AB092387-110A-496A-ABD5-B0DDE6F9411E}" dt="2026-04-20T14:33:39.608" v="1377" actId="47"/>
        <pc:sldMkLst>
          <pc:docMk/>
          <pc:sldMk cId="2878894462" sldId="276"/>
        </pc:sldMkLst>
        <pc:spChg chg="del">
          <ac:chgData name="安珠 山田" userId="6e1c022d408fe718" providerId="LiveId" clId="{AB092387-110A-496A-ABD5-B0DDE6F9411E}" dt="2026-04-20T14:33:27.108" v="1369"/>
          <ac:spMkLst>
            <pc:docMk/>
            <pc:sldMk cId="2878894462" sldId="276"/>
            <ac:spMk id="4" creationId="{95FA4768-2FA9-8FA7-98E5-C0B4C8A6476A}"/>
          </ac:spMkLst>
        </pc:spChg>
        <pc:spChg chg="del">
          <ac:chgData name="安珠 山田" userId="6e1c022d408fe718" providerId="LiveId" clId="{AB092387-110A-496A-ABD5-B0DDE6F9411E}" dt="2026-04-20T14:33:27.108" v="1369"/>
          <ac:spMkLst>
            <pc:docMk/>
            <pc:sldMk cId="2878894462" sldId="276"/>
            <ac:spMk id="6" creationId="{7D2A5A5E-0676-615A-00E6-65F9EB6AD55F}"/>
          </ac:spMkLst>
        </pc:spChg>
        <pc:spChg chg="del">
          <ac:chgData name="安珠 山田" userId="6e1c022d408fe718" providerId="LiveId" clId="{AB092387-110A-496A-ABD5-B0DDE6F9411E}" dt="2026-04-20T14:33:27.108" v="1369"/>
          <ac:spMkLst>
            <pc:docMk/>
            <pc:sldMk cId="2878894462" sldId="276"/>
            <ac:spMk id="7" creationId="{A87F1E0C-41B8-4E3F-8226-76A2379AB974}"/>
          </ac:spMkLst>
        </pc:spChg>
        <pc:spChg chg="del">
          <ac:chgData name="安珠 山田" userId="6e1c022d408fe718" providerId="LiveId" clId="{AB092387-110A-496A-ABD5-B0DDE6F9411E}" dt="2026-04-20T14:33:27.108" v="1369"/>
          <ac:spMkLst>
            <pc:docMk/>
            <pc:sldMk cId="2878894462" sldId="276"/>
            <ac:spMk id="13" creationId="{40F30D30-9FF5-D42D-324D-3DB7F7696754}"/>
          </ac:spMkLst>
        </pc:spChg>
        <pc:spChg chg="del">
          <ac:chgData name="安珠 山田" userId="6e1c022d408fe718" providerId="LiveId" clId="{AB092387-110A-496A-ABD5-B0DDE6F9411E}" dt="2026-04-20T14:33:27.108" v="1369"/>
          <ac:spMkLst>
            <pc:docMk/>
            <pc:sldMk cId="2878894462" sldId="276"/>
            <ac:spMk id="15" creationId="{01EEF52D-7CD0-83B6-6911-B7017B37E1B8}"/>
          </ac:spMkLst>
        </pc:spChg>
        <pc:spChg chg="del">
          <ac:chgData name="安珠 山田" userId="6e1c022d408fe718" providerId="LiveId" clId="{AB092387-110A-496A-ABD5-B0DDE6F9411E}" dt="2026-04-20T14:33:27.108" v="1369"/>
          <ac:spMkLst>
            <pc:docMk/>
            <pc:sldMk cId="2878894462" sldId="276"/>
            <ac:spMk id="17" creationId="{AFA17479-3765-6E1E-27B9-46719DDA050F}"/>
          </ac:spMkLst>
        </pc:spChg>
        <pc:spChg chg="del">
          <ac:chgData name="安珠 山田" userId="6e1c022d408fe718" providerId="LiveId" clId="{AB092387-110A-496A-ABD5-B0DDE6F9411E}" dt="2026-04-20T14:33:27.108" v="1369"/>
          <ac:spMkLst>
            <pc:docMk/>
            <pc:sldMk cId="2878894462" sldId="276"/>
            <ac:spMk id="19" creationId="{98D35BEF-5AEC-ADC6-54AE-8DF4F600EA24}"/>
          </ac:spMkLst>
        </pc:spChg>
      </pc:sldChg>
      <pc:sldChg chg="delSp add del ord setBg delDesignElem">
        <pc:chgData name="安珠 山田" userId="6e1c022d408fe718" providerId="LiveId" clId="{AB092387-110A-496A-ABD5-B0DDE6F9411E}" dt="2026-04-20T14:36:31.509" v="1448" actId="47"/>
        <pc:sldMkLst>
          <pc:docMk/>
          <pc:sldMk cId="358591112" sldId="277"/>
        </pc:sldMkLst>
        <pc:spChg chg="del">
          <ac:chgData name="安珠 山田" userId="6e1c022d408fe718" providerId="LiveId" clId="{AB092387-110A-496A-ABD5-B0DDE6F9411E}" dt="2026-04-20T14:35:58.942" v="1436"/>
          <ac:spMkLst>
            <pc:docMk/>
            <pc:sldMk cId="358591112" sldId="277"/>
            <ac:spMk id="26" creationId="{8F9A8702-4504-4DA1-9FA8-1659416541AC}"/>
          </ac:spMkLst>
        </pc:spChg>
        <pc:spChg chg="del">
          <ac:chgData name="安珠 山田" userId="6e1c022d408fe718" providerId="LiveId" clId="{AB092387-110A-496A-ABD5-B0DDE6F9411E}" dt="2026-04-20T14:35:58.942" v="1436"/>
          <ac:spMkLst>
            <pc:docMk/>
            <pc:sldMk cId="358591112" sldId="277"/>
            <ac:spMk id="28" creationId="{CBAF381E-BE58-471B-9003-6AB7091AF1B8}"/>
          </ac:spMkLst>
        </pc:spChg>
        <pc:spChg chg="del">
          <ac:chgData name="安珠 山田" userId="6e1c022d408fe718" providerId="LiveId" clId="{AB092387-110A-496A-ABD5-B0DDE6F9411E}" dt="2026-04-20T14:35:58.942" v="1436"/>
          <ac:spMkLst>
            <pc:docMk/>
            <pc:sldMk cId="358591112" sldId="277"/>
            <ac:spMk id="30" creationId="{AAFF4A62-1CCD-0BE5-A426-6F7B560219B1}"/>
          </ac:spMkLst>
        </pc:spChg>
        <pc:spChg chg="del">
          <ac:chgData name="安珠 山田" userId="6e1c022d408fe718" providerId="LiveId" clId="{AB092387-110A-496A-ABD5-B0DDE6F9411E}" dt="2026-04-20T14:35:58.942" v="1436"/>
          <ac:spMkLst>
            <pc:docMk/>
            <pc:sldMk cId="358591112" sldId="277"/>
            <ac:spMk id="32" creationId="{C50BCCA5-23F5-6757-D5FF-48C1C14F4C3B}"/>
          </ac:spMkLst>
        </pc:spChg>
        <pc:spChg chg="del">
          <ac:chgData name="安珠 山田" userId="6e1c022d408fe718" providerId="LiveId" clId="{AB092387-110A-496A-ABD5-B0DDE6F9411E}" dt="2026-04-20T14:35:58.942" v="1436"/>
          <ac:spMkLst>
            <pc:docMk/>
            <pc:sldMk cId="358591112" sldId="277"/>
            <ac:spMk id="34" creationId="{CB6A5DDB-2093-ECE5-4681-9242BE26837A}"/>
          </ac:spMkLst>
        </pc:spChg>
        <pc:spChg chg="del">
          <ac:chgData name="安珠 山田" userId="6e1c022d408fe718" providerId="LiveId" clId="{AB092387-110A-496A-ABD5-B0DDE6F9411E}" dt="2026-04-20T14:35:58.942" v="1436"/>
          <ac:spMkLst>
            <pc:docMk/>
            <pc:sldMk cId="358591112" sldId="277"/>
            <ac:spMk id="36" creationId="{1DA5D7EF-4460-4871-B35A-0CAE37957B86}"/>
          </ac:spMkLst>
        </pc:spChg>
        <pc:spChg chg="del">
          <ac:chgData name="安珠 山田" userId="6e1c022d408fe718" providerId="LiveId" clId="{AB092387-110A-496A-ABD5-B0DDE6F9411E}" dt="2026-04-20T14:35:58.942" v="1436"/>
          <ac:spMkLst>
            <pc:docMk/>
            <pc:sldMk cId="358591112" sldId="277"/>
            <ac:spMk id="38" creationId="{3FEDB927-C9FB-7F6F-C080-94B7899129A7}"/>
          </ac:spMkLst>
        </pc:spChg>
      </pc:sldChg>
      <pc:sldChg chg="addSp delSp add del setBg delDesignElem">
        <pc:chgData name="安珠 山田" userId="6e1c022d408fe718" providerId="LiveId" clId="{AB092387-110A-496A-ABD5-B0DDE6F9411E}" dt="2026-04-20T14:33:34.698" v="1375"/>
        <pc:sldMkLst>
          <pc:docMk/>
          <pc:sldMk cId="3293326278" sldId="277"/>
        </pc:sldMkLst>
        <pc:spChg chg="add del">
          <ac:chgData name="安珠 山田" userId="6e1c022d408fe718" providerId="LiveId" clId="{AB092387-110A-496A-ABD5-B0DDE6F9411E}" dt="2026-04-20T14:33:34.698" v="1375"/>
          <ac:spMkLst>
            <pc:docMk/>
            <pc:sldMk cId="3293326278" sldId="277"/>
            <ac:spMk id="4" creationId="{7A2733FE-93BA-0BD9-9EC6-FA21FEF81921}"/>
          </ac:spMkLst>
        </pc:spChg>
        <pc:spChg chg="add del">
          <ac:chgData name="安珠 山田" userId="6e1c022d408fe718" providerId="LiveId" clId="{AB092387-110A-496A-ABD5-B0DDE6F9411E}" dt="2026-04-20T14:33:34.698" v="1375"/>
          <ac:spMkLst>
            <pc:docMk/>
            <pc:sldMk cId="3293326278" sldId="277"/>
            <ac:spMk id="6" creationId="{D20C8718-BE12-01EC-9C4D-97B3EE89D5C2}"/>
          </ac:spMkLst>
        </pc:spChg>
        <pc:spChg chg="add del">
          <ac:chgData name="安珠 山田" userId="6e1c022d408fe718" providerId="LiveId" clId="{AB092387-110A-496A-ABD5-B0DDE6F9411E}" dt="2026-04-20T14:33:34.698" v="1375"/>
          <ac:spMkLst>
            <pc:docMk/>
            <pc:sldMk cId="3293326278" sldId="277"/>
            <ac:spMk id="7" creationId="{4FA4677D-E286-6C0B-5B17-4030625FDA93}"/>
          </ac:spMkLst>
        </pc:spChg>
        <pc:spChg chg="add del">
          <ac:chgData name="安珠 山田" userId="6e1c022d408fe718" providerId="LiveId" clId="{AB092387-110A-496A-ABD5-B0DDE6F9411E}" dt="2026-04-20T14:33:34.698" v="1375"/>
          <ac:spMkLst>
            <pc:docMk/>
            <pc:sldMk cId="3293326278" sldId="277"/>
            <ac:spMk id="13" creationId="{E4B8F0C7-AF47-226E-0A9B-DA3742F773D3}"/>
          </ac:spMkLst>
        </pc:spChg>
        <pc:spChg chg="add del">
          <ac:chgData name="安珠 山田" userId="6e1c022d408fe718" providerId="LiveId" clId="{AB092387-110A-496A-ABD5-B0DDE6F9411E}" dt="2026-04-20T14:33:34.698" v="1375"/>
          <ac:spMkLst>
            <pc:docMk/>
            <pc:sldMk cId="3293326278" sldId="277"/>
            <ac:spMk id="15" creationId="{AC38FB73-468E-962B-8384-4975A3398541}"/>
          </ac:spMkLst>
        </pc:spChg>
        <pc:spChg chg="add del">
          <ac:chgData name="安珠 山田" userId="6e1c022d408fe718" providerId="LiveId" clId="{AB092387-110A-496A-ABD5-B0DDE6F9411E}" dt="2026-04-20T14:33:34.698" v="1375"/>
          <ac:spMkLst>
            <pc:docMk/>
            <pc:sldMk cId="3293326278" sldId="277"/>
            <ac:spMk id="17" creationId="{DB8D9D53-927D-EE54-7B18-AC389483C061}"/>
          </ac:spMkLst>
        </pc:spChg>
        <pc:spChg chg="add del">
          <ac:chgData name="安珠 山田" userId="6e1c022d408fe718" providerId="LiveId" clId="{AB092387-110A-496A-ABD5-B0DDE6F9411E}" dt="2026-04-20T14:33:34.698" v="1375"/>
          <ac:spMkLst>
            <pc:docMk/>
            <pc:sldMk cId="3293326278" sldId="277"/>
            <ac:spMk id="19" creationId="{E70951E5-E76E-FEB3-4419-0E0ABE3665B5}"/>
          </ac:spMkLst>
        </pc:spChg>
      </pc:sldChg>
      <pc:sldChg chg="addSp delSp modSp new mod setBg modAnim">
        <pc:chgData name="安珠 山田" userId="6e1c022d408fe718" providerId="LiveId" clId="{AB092387-110A-496A-ABD5-B0DDE6F9411E}" dt="2026-04-20T14:50:47.048" v="1546" actId="1076"/>
        <pc:sldMkLst>
          <pc:docMk/>
          <pc:sldMk cId="917191811" sldId="278"/>
        </pc:sldMkLst>
        <pc:spChg chg="del">
          <ac:chgData name="安珠 山田" userId="6e1c022d408fe718" providerId="LiveId" clId="{AB092387-110A-496A-ABD5-B0DDE6F9411E}" dt="2026-04-20T14:36:07.952" v="1440"/>
          <ac:spMkLst>
            <pc:docMk/>
            <pc:sldMk cId="917191811" sldId="278"/>
            <ac:spMk id="2" creationId="{3CB591A8-1CE1-7B8E-E303-4B17019CA996}"/>
          </ac:spMkLst>
        </pc:spChg>
        <pc:spChg chg="del">
          <ac:chgData name="安珠 山田" userId="6e1c022d408fe718" providerId="LiveId" clId="{AB092387-110A-496A-ABD5-B0DDE6F9411E}" dt="2026-04-20T14:36:29.244" v="1447" actId="478"/>
          <ac:spMkLst>
            <pc:docMk/>
            <pc:sldMk cId="917191811" sldId="278"/>
            <ac:spMk id="3" creationId="{7E35FC79-711B-039F-1168-3B7556B255C1}"/>
          </ac:spMkLst>
        </pc:spChg>
        <pc:spChg chg="add mod">
          <ac:chgData name="安珠 山田" userId="6e1c022d408fe718" providerId="LiveId" clId="{AB092387-110A-496A-ABD5-B0DDE6F9411E}" dt="2026-04-20T14:50:47.048" v="1546" actId="1076"/>
          <ac:spMkLst>
            <pc:docMk/>
            <pc:sldMk cId="917191811" sldId="278"/>
            <ac:spMk id="4" creationId="{4577F7E9-3D3F-6A6C-518E-E3F54DE9AF33}"/>
          </ac:spMkLst>
        </pc:spChg>
        <pc:spChg chg="add mod">
          <ac:chgData name="安珠 山田" userId="6e1c022d408fe718" providerId="LiveId" clId="{AB092387-110A-496A-ABD5-B0DDE6F9411E}" dt="2026-04-20T14:36:11.002" v="1443"/>
          <ac:spMkLst>
            <pc:docMk/>
            <pc:sldMk cId="917191811" sldId="278"/>
            <ac:spMk id="5" creationId="{53AC028C-EC41-A1D8-9D5B-9B3548AB52A5}"/>
          </ac:spMkLst>
        </pc:spChg>
        <pc:spChg chg="add">
          <ac:chgData name="安珠 山田" userId="6e1c022d408fe718" providerId="LiveId" clId="{AB092387-110A-496A-ABD5-B0DDE6F9411E}" dt="2026-04-20T14:36:39.801" v="1449" actId="26606"/>
          <ac:spMkLst>
            <pc:docMk/>
            <pc:sldMk cId="917191811" sldId="278"/>
            <ac:spMk id="9" creationId="{0E30439A-8A5B-46EC-8283-9B6B031D40D0}"/>
          </ac:spMkLst>
        </pc:spChg>
        <pc:spChg chg="add">
          <ac:chgData name="安珠 山田" userId="6e1c022d408fe718" providerId="LiveId" clId="{AB092387-110A-496A-ABD5-B0DDE6F9411E}" dt="2026-04-20T14:36:39.801" v="1449" actId="26606"/>
          <ac:spMkLst>
            <pc:docMk/>
            <pc:sldMk cId="917191811" sldId="278"/>
            <ac:spMk id="11" creationId="{5CEAD642-85CF-4750-8432-7C80C901F001}"/>
          </ac:spMkLst>
        </pc:spChg>
        <pc:spChg chg="add">
          <ac:chgData name="安珠 山田" userId="6e1c022d408fe718" providerId="LiveId" clId="{AB092387-110A-496A-ABD5-B0DDE6F9411E}" dt="2026-04-20T14:36:39.801" v="1449" actId="26606"/>
          <ac:spMkLst>
            <pc:docMk/>
            <pc:sldMk cId="917191811" sldId="278"/>
            <ac:spMk id="13" creationId="{FA33EEAE-15D5-4119-8C1E-89D943F911EF}"/>
          </ac:spMkLst>
        </pc:spChg>
        <pc:spChg chg="add">
          <ac:chgData name="安珠 山田" userId="6e1c022d408fe718" providerId="LiveId" clId="{AB092387-110A-496A-ABD5-B0DDE6F9411E}" dt="2026-04-20T14:36:39.801" v="1449" actId="26606"/>
          <ac:spMkLst>
            <pc:docMk/>
            <pc:sldMk cId="917191811" sldId="278"/>
            <ac:spMk id="15" creationId="{730D8B3B-9B80-4025-B934-26DC7D7CD231}"/>
          </ac:spMkLst>
        </pc:spChg>
        <pc:spChg chg="add">
          <ac:chgData name="安珠 山田" userId="6e1c022d408fe718" providerId="LiveId" clId="{AB092387-110A-496A-ABD5-B0DDE6F9411E}" dt="2026-04-20T14:36:39.801" v="1449" actId="26606"/>
          <ac:spMkLst>
            <pc:docMk/>
            <pc:sldMk cId="917191811" sldId="278"/>
            <ac:spMk id="17" creationId="{B5A1B09C-1565-46F8-B70F-621C5EB48A09}"/>
          </ac:spMkLst>
        </pc:spChg>
        <pc:spChg chg="add">
          <ac:chgData name="安珠 山田" userId="6e1c022d408fe718" providerId="LiveId" clId="{AB092387-110A-496A-ABD5-B0DDE6F9411E}" dt="2026-04-20T14:36:39.801" v="1449" actId="26606"/>
          <ac:spMkLst>
            <pc:docMk/>
            <pc:sldMk cId="917191811" sldId="278"/>
            <ac:spMk id="19" creationId="{8C516CC8-80AC-446C-A56E-9F54B7210402}"/>
          </ac:spMkLst>
        </pc:spChg>
        <pc:spChg chg="add">
          <ac:chgData name="安珠 山田" userId="6e1c022d408fe718" providerId="LiveId" clId="{AB092387-110A-496A-ABD5-B0DDE6F9411E}" dt="2026-04-20T14:36:39.801" v="1449" actId="26606"/>
          <ac:spMkLst>
            <pc:docMk/>
            <pc:sldMk cId="917191811" sldId="278"/>
            <ac:spMk id="21" creationId="{53947E58-F088-49F1-A3D1-DEA690192E84}"/>
          </ac:spMkLst>
        </pc:spChg>
      </pc:sldChg>
      <pc:sldChg chg="addSp delSp modSp new mod setBg addAnim">
        <pc:chgData name="安珠 山田" userId="6e1c022d408fe718" providerId="LiveId" clId="{AB092387-110A-496A-ABD5-B0DDE6F9411E}" dt="2026-04-20T14:50:50.585" v="1547" actId="1076"/>
        <pc:sldMkLst>
          <pc:docMk/>
          <pc:sldMk cId="3417285733" sldId="279"/>
        </pc:sldMkLst>
        <pc:spChg chg="mod">
          <ac:chgData name="安珠 山田" userId="6e1c022d408fe718" providerId="LiveId" clId="{AB092387-110A-496A-ABD5-B0DDE6F9411E}" dt="2026-04-20T14:50:50.585" v="1547" actId="1076"/>
          <ac:spMkLst>
            <pc:docMk/>
            <pc:sldMk cId="3417285733" sldId="279"/>
            <ac:spMk id="2" creationId="{187F8E3F-C459-2CCE-A8BE-918DBAE0CDF1}"/>
          </ac:spMkLst>
        </pc:spChg>
        <pc:spChg chg="del mod">
          <ac:chgData name="安珠 山田" userId="6e1c022d408fe718" providerId="LiveId" clId="{AB092387-110A-496A-ABD5-B0DDE6F9411E}" dt="2026-04-20T14:37:28.939" v="1463" actId="478"/>
          <ac:spMkLst>
            <pc:docMk/>
            <pc:sldMk cId="3417285733" sldId="279"/>
            <ac:spMk id="3" creationId="{05A7756F-4BCD-1787-EA86-E56C0E06D035}"/>
          </ac:spMkLst>
        </pc:spChg>
        <pc:spChg chg="add">
          <ac:chgData name="安珠 山田" userId="6e1c022d408fe718" providerId="LiveId" clId="{AB092387-110A-496A-ABD5-B0DDE6F9411E}" dt="2026-04-20T14:37:34.826" v="1464" actId="26606"/>
          <ac:spMkLst>
            <pc:docMk/>
            <pc:sldMk cId="3417285733" sldId="279"/>
            <ac:spMk id="7" creationId="{0E30439A-8A5B-46EC-8283-9B6B031D40D0}"/>
          </ac:spMkLst>
        </pc:spChg>
        <pc:spChg chg="add">
          <ac:chgData name="安珠 山田" userId="6e1c022d408fe718" providerId="LiveId" clId="{AB092387-110A-496A-ABD5-B0DDE6F9411E}" dt="2026-04-20T14:37:34.826" v="1464" actId="26606"/>
          <ac:spMkLst>
            <pc:docMk/>
            <pc:sldMk cId="3417285733" sldId="279"/>
            <ac:spMk id="9" creationId="{5CEAD642-85CF-4750-8432-7C80C901F001}"/>
          </ac:spMkLst>
        </pc:spChg>
        <pc:spChg chg="add">
          <ac:chgData name="安珠 山田" userId="6e1c022d408fe718" providerId="LiveId" clId="{AB092387-110A-496A-ABD5-B0DDE6F9411E}" dt="2026-04-20T14:37:34.826" v="1464" actId="26606"/>
          <ac:spMkLst>
            <pc:docMk/>
            <pc:sldMk cId="3417285733" sldId="279"/>
            <ac:spMk id="11" creationId="{FA33EEAE-15D5-4119-8C1E-89D943F911EF}"/>
          </ac:spMkLst>
        </pc:spChg>
        <pc:spChg chg="add">
          <ac:chgData name="安珠 山田" userId="6e1c022d408fe718" providerId="LiveId" clId="{AB092387-110A-496A-ABD5-B0DDE6F9411E}" dt="2026-04-20T14:37:34.826" v="1464" actId="26606"/>
          <ac:spMkLst>
            <pc:docMk/>
            <pc:sldMk cId="3417285733" sldId="279"/>
            <ac:spMk id="13" creationId="{730D8B3B-9B80-4025-B934-26DC7D7CD231}"/>
          </ac:spMkLst>
        </pc:spChg>
        <pc:spChg chg="add">
          <ac:chgData name="安珠 山田" userId="6e1c022d408fe718" providerId="LiveId" clId="{AB092387-110A-496A-ABD5-B0DDE6F9411E}" dt="2026-04-20T14:37:34.826" v="1464" actId="26606"/>
          <ac:spMkLst>
            <pc:docMk/>
            <pc:sldMk cId="3417285733" sldId="279"/>
            <ac:spMk id="15" creationId="{B5A1B09C-1565-46F8-B70F-621C5EB48A09}"/>
          </ac:spMkLst>
        </pc:spChg>
        <pc:spChg chg="add">
          <ac:chgData name="安珠 山田" userId="6e1c022d408fe718" providerId="LiveId" clId="{AB092387-110A-496A-ABD5-B0DDE6F9411E}" dt="2026-04-20T14:37:34.826" v="1464" actId="26606"/>
          <ac:spMkLst>
            <pc:docMk/>
            <pc:sldMk cId="3417285733" sldId="279"/>
            <ac:spMk id="17" creationId="{8C516CC8-80AC-446C-A56E-9F54B7210402}"/>
          </ac:spMkLst>
        </pc:spChg>
        <pc:spChg chg="add">
          <ac:chgData name="安珠 山田" userId="6e1c022d408fe718" providerId="LiveId" clId="{AB092387-110A-496A-ABD5-B0DDE6F9411E}" dt="2026-04-20T14:37:34.826" v="1464" actId="26606"/>
          <ac:spMkLst>
            <pc:docMk/>
            <pc:sldMk cId="3417285733" sldId="279"/>
            <ac:spMk id="19" creationId="{53947E58-F088-49F1-A3D1-DEA690192E84}"/>
          </ac:spMkLst>
        </pc:spChg>
      </pc:sldChg>
      <pc:sldChg chg="addSp delSp modSp new mod setBg addAnim">
        <pc:chgData name="安珠 山田" userId="6e1c022d408fe718" providerId="LiveId" clId="{AB092387-110A-496A-ABD5-B0DDE6F9411E}" dt="2026-04-20T14:50:54.479" v="1548" actId="1076"/>
        <pc:sldMkLst>
          <pc:docMk/>
          <pc:sldMk cId="1722287237" sldId="280"/>
        </pc:sldMkLst>
        <pc:spChg chg="mod">
          <ac:chgData name="安珠 山田" userId="6e1c022d408fe718" providerId="LiveId" clId="{AB092387-110A-496A-ABD5-B0DDE6F9411E}" dt="2026-04-20T14:50:54.479" v="1548" actId="1076"/>
          <ac:spMkLst>
            <pc:docMk/>
            <pc:sldMk cId="1722287237" sldId="280"/>
            <ac:spMk id="2" creationId="{63564807-F64F-4AF9-67F2-8A34D3889D91}"/>
          </ac:spMkLst>
        </pc:spChg>
        <pc:spChg chg="del">
          <ac:chgData name="安珠 山田" userId="6e1c022d408fe718" providerId="LiveId" clId="{AB092387-110A-496A-ABD5-B0DDE6F9411E}" dt="2026-04-20T14:38:02.456" v="1471" actId="478"/>
          <ac:spMkLst>
            <pc:docMk/>
            <pc:sldMk cId="1722287237" sldId="280"/>
            <ac:spMk id="3" creationId="{DC9AF6F9-7E2A-BADE-9A72-683175B724E1}"/>
          </ac:spMkLst>
        </pc:spChg>
        <pc:spChg chg="add">
          <ac:chgData name="安珠 山田" userId="6e1c022d408fe718" providerId="LiveId" clId="{AB092387-110A-496A-ABD5-B0DDE6F9411E}" dt="2026-04-20T14:38:08.730" v="1472" actId="26606"/>
          <ac:spMkLst>
            <pc:docMk/>
            <pc:sldMk cId="1722287237" sldId="280"/>
            <ac:spMk id="7" creationId="{0E30439A-8A5B-46EC-8283-9B6B031D40D0}"/>
          </ac:spMkLst>
        </pc:spChg>
        <pc:spChg chg="add">
          <ac:chgData name="安珠 山田" userId="6e1c022d408fe718" providerId="LiveId" clId="{AB092387-110A-496A-ABD5-B0DDE6F9411E}" dt="2026-04-20T14:38:08.730" v="1472" actId="26606"/>
          <ac:spMkLst>
            <pc:docMk/>
            <pc:sldMk cId="1722287237" sldId="280"/>
            <ac:spMk id="9" creationId="{5CEAD642-85CF-4750-8432-7C80C901F001}"/>
          </ac:spMkLst>
        </pc:spChg>
        <pc:spChg chg="add">
          <ac:chgData name="安珠 山田" userId="6e1c022d408fe718" providerId="LiveId" clId="{AB092387-110A-496A-ABD5-B0DDE6F9411E}" dt="2026-04-20T14:38:08.730" v="1472" actId="26606"/>
          <ac:spMkLst>
            <pc:docMk/>
            <pc:sldMk cId="1722287237" sldId="280"/>
            <ac:spMk id="11" creationId="{FA33EEAE-15D5-4119-8C1E-89D943F911EF}"/>
          </ac:spMkLst>
        </pc:spChg>
        <pc:spChg chg="add">
          <ac:chgData name="安珠 山田" userId="6e1c022d408fe718" providerId="LiveId" clId="{AB092387-110A-496A-ABD5-B0DDE6F9411E}" dt="2026-04-20T14:38:08.730" v="1472" actId="26606"/>
          <ac:spMkLst>
            <pc:docMk/>
            <pc:sldMk cId="1722287237" sldId="280"/>
            <ac:spMk id="13" creationId="{730D8B3B-9B80-4025-B934-26DC7D7CD231}"/>
          </ac:spMkLst>
        </pc:spChg>
        <pc:spChg chg="add">
          <ac:chgData name="安珠 山田" userId="6e1c022d408fe718" providerId="LiveId" clId="{AB092387-110A-496A-ABD5-B0DDE6F9411E}" dt="2026-04-20T14:38:08.730" v="1472" actId="26606"/>
          <ac:spMkLst>
            <pc:docMk/>
            <pc:sldMk cId="1722287237" sldId="280"/>
            <ac:spMk id="15" creationId="{B5A1B09C-1565-46F8-B70F-621C5EB48A09}"/>
          </ac:spMkLst>
        </pc:spChg>
        <pc:spChg chg="add">
          <ac:chgData name="安珠 山田" userId="6e1c022d408fe718" providerId="LiveId" clId="{AB092387-110A-496A-ABD5-B0DDE6F9411E}" dt="2026-04-20T14:38:08.730" v="1472" actId="26606"/>
          <ac:spMkLst>
            <pc:docMk/>
            <pc:sldMk cId="1722287237" sldId="280"/>
            <ac:spMk id="17" creationId="{8C516CC8-80AC-446C-A56E-9F54B7210402}"/>
          </ac:spMkLst>
        </pc:spChg>
        <pc:spChg chg="add">
          <ac:chgData name="安珠 山田" userId="6e1c022d408fe718" providerId="LiveId" clId="{AB092387-110A-496A-ABD5-B0DDE6F9411E}" dt="2026-04-20T14:38:08.730" v="1472" actId="26606"/>
          <ac:spMkLst>
            <pc:docMk/>
            <pc:sldMk cId="1722287237" sldId="280"/>
            <ac:spMk id="19" creationId="{53947E58-F088-49F1-A3D1-DEA690192E84}"/>
          </ac:spMkLst>
        </pc:spChg>
      </pc:sldChg>
      <pc:sldChg chg="addSp delSp modSp new mod setBg addAnim">
        <pc:chgData name="安珠 山田" userId="6e1c022d408fe718" providerId="LiveId" clId="{AB092387-110A-496A-ABD5-B0DDE6F9411E}" dt="2026-04-20T14:50:58.009" v="1549" actId="1076"/>
        <pc:sldMkLst>
          <pc:docMk/>
          <pc:sldMk cId="3071330222" sldId="281"/>
        </pc:sldMkLst>
        <pc:spChg chg="mod">
          <ac:chgData name="安珠 山田" userId="6e1c022d408fe718" providerId="LiveId" clId="{AB092387-110A-496A-ABD5-B0DDE6F9411E}" dt="2026-04-20T14:50:58.009" v="1549" actId="1076"/>
          <ac:spMkLst>
            <pc:docMk/>
            <pc:sldMk cId="3071330222" sldId="281"/>
            <ac:spMk id="2" creationId="{AD3C32FD-06C8-E807-53FC-EFDF5884DEB9}"/>
          </ac:spMkLst>
        </pc:spChg>
        <pc:spChg chg="del">
          <ac:chgData name="安珠 山田" userId="6e1c022d408fe718" providerId="LiveId" clId="{AB092387-110A-496A-ABD5-B0DDE6F9411E}" dt="2026-04-20T14:39:21.149" v="1496" actId="478"/>
          <ac:spMkLst>
            <pc:docMk/>
            <pc:sldMk cId="3071330222" sldId="281"/>
            <ac:spMk id="3" creationId="{590F41A8-FA82-54DA-7422-9249A471DB97}"/>
          </ac:spMkLst>
        </pc:spChg>
        <pc:spChg chg="add">
          <ac:chgData name="安珠 山田" userId="6e1c022d408fe718" providerId="LiveId" clId="{AB092387-110A-496A-ABD5-B0DDE6F9411E}" dt="2026-04-20T14:39:29.826" v="1497" actId="26606"/>
          <ac:spMkLst>
            <pc:docMk/>
            <pc:sldMk cId="3071330222" sldId="281"/>
            <ac:spMk id="7" creationId="{0E30439A-8A5B-46EC-8283-9B6B031D40D0}"/>
          </ac:spMkLst>
        </pc:spChg>
        <pc:spChg chg="add">
          <ac:chgData name="安珠 山田" userId="6e1c022d408fe718" providerId="LiveId" clId="{AB092387-110A-496A-ABD5-B0DDE6F9411E}" dt="2026-04-20T14:39:29.826" v="1497" actId="26606"/>
          <ac:spMkLst>
            <pc:docMk/>
            <pc:sldMk cId="3071330222" sldId="281"/>
            <ac:spMk id="9" creationId="{5CEAD642-85CF-4750-8432-7C80C901F001}"/>
          </ac:spMkLst>
        </pc:spChg>
        <pc:spChg chg="add">
          <ac:chgData name="安珠 山田" userId="6e1c022d408fe718" providerId="LiveId" clId="{AB092387-110A-496A-ABD5-B0DDE6F9411E}" dt="2026-04-20T14:39:29.826" v="1497" actId="26606"/>
          <ac:spMkLst>
            <pc:docMk/>
            <pc:sldMk cId="3071330222" sldId="281"/>
            <ac:spMk id="11" creationId="{FA33EEAE-15D5-4119-8C1E-89D943F911EF}"/>
          </ac:spMkLst>
        </pc:spChg>
        <pc:spChg chg="add">
          <ac:chgData name="安珠 山田" userId="6e1c022d408fe718" providerId="LiveId" clId="{AB092387-110A-496A-ABD5-B0DDE6F9411E}" dt="2026-04-20T14:39:29.826" v="1497" actId="26606"/>
          <ac:spMkLst>
            <pc:docMk/>
            <pc:sldMk cId="3071330222" sldId="281"/>
            <ac:spMk id="13" creationId="{730D8B3B-9B80-4025-B934-26DC7D7CD231}"/>
          </ac:spMkLst>
        </pc:spChg>
        <pc:spChg chg="add">
          <ac:chgData name="安珠 山田" userId="6e1c022d408fe718" providerId="LiveId" clId="{AB092387-110A-496A-ABD5-B0DDE6F9411E}" dt="2026-04-20T14:39:29.826" v="1497" actId="26606"/>
          <ac:spMkLst>
            <pc:docMk/>
            <pc:sldMk cId="3071330222" sldId="281"/>
            <ac:spMk id="15" creationId="{B5A1B09C-1565-46F8-B70F-621C5EB48A09}"/>
          </ac:spMkLst>
        </pc:spChg>
        <pc:spChg chg="add">
          <ac:chgData name="安珠 山田" userId="6e1c022d408fe718" providerId="LiveId" clId="{AB092387-110A-496A-ABD5-B0DDE6F9411E}" dt="2026-04-20T14:39:29.826" v="1497" actId="26606"/>
          <ac:spMkLst>
            <pc:docMk/>
            <pc:sldMk cId="3071330222" sldId="281"/>
            <ac:spMk id="17" creationId="{8C516CC8-80AC-446C-A56E-9F54B7210402}"/>
          </ac:spMkLst>
        </pc:spChg>
        <pc:spChg chg="add">
          <ac:chgData name="安珠 山田" userId="6e1c022d408fe718" providerId="LiveId" clId="{AB092387-110A-496A-ABD5-B0DDE6F9411E}" dt="2026-04-20T14:39:29.826" v="1497" actId="26606"/>
          <ac:spMkLst>
            <pc:docMk/>
            <pc:sldMk cId="3071330222" sldId="281"/>
            <ac:spMk id="19" creationId="{53947E58-F088-49F1-A3D1-DEA690192E8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1D30D6-3DAF-4966-886C-2F91FBCFFD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A25216-F362-4F7A-BA2D-FDB8B32ED02D}">
      <dgm:prSet/>
      <dgm:spPr/>
      <dgm:t>
        <a:bodyPr/>
        <a:lstStyle/>
        <a:p>
          <a:r>
            <a:rPr lang="en-US" b="1"/>
            <a:t>Social Interaction and Conflict</a:t>
          </a:r>
          <a:endParaRPr lang="en-US"/>
        </a:p>
      </dgm:t>
    </dgm:pt>
    <dgm:pt modelId="{207328CD-0CFD-48B6-B4B7-C84591D6D03C}" type="parTrans" cxnId="{E427E5FE-C2BD-4883-9F51-2EB1AE775819}">
      <dgm:prSet/>
      <dgm:spPr/>
      <dgm:t>
        <a:bodyPr/>
        <a:lstStyle/>
        <a:p>
          <a:endParaRPr lang="en-US"/>
        </a:p>
      </dgm:t>
    </dgm:pt>
    <dgm:pt modelId="{C8C59C3B-6AB4-4E80-8EBF-8432BA30CB49}" type="sibTrans" cxnId="{E427E5FE-C2BD-4883-9F51-2EB1AE775819}">
      <dgm:prSet/>
      <dgm:spPr/>
      <dgm:t>
        <a:bodyPr/>
        <a:lstStyle/>
        <a:p>
          <a:endParaRPr lang="en-US"/>
        </a:p>
      </dgm:t>
    </dgm:pt>
    <dgm:pt modelId="{505E26EF-5EB7-40A1-B11A-CF3FDC3E2022}">
      <dgm:prSet/>
      <dgm:spPr/>
      <dgm:t>
        <a:bodyPr/>
        <a:lstStyle/>
        <a:p>
          <a:r>
            <a:rPr lang="en-US"/>
            <a:t>Editing is shaped by collaboration and disagreement</a:t>
          </a:r>
        </a:p>
      </dgm:t>
    </dgm:pt>
    <dgm:pt modelId="{EDE0C5AE-2AA2-4D0A-BDA3-CB50E860597C}" type="parTrans" cxnId="{AB1EB191-1D3A-40FF-8E30-99C8A19863B0}">
      <dgm:prSet/>
      <dgm:spPr/>
      <dgm:t>
        <a:bodyPr/>
        <a:lstStyle/>
        <a:p>
          <a:endParaRPr lang="en-US"/>
        </a:p>
      </dgm:t>
    </dgm:pt>
    <dgm:pt modelId="{B54854A0-99E2-4E9E-8AD4-1531DF964A48}" type="sibTrans" cxnId="{AB1EB191-1D3A-40FF-8E30-99C8A19863B0}">
      <dgm:prSet/>
      <dgm:spPr/>
      <dgm:t>
        <a:bodyPr/>
        <a:lstStyle/>
        <a:p>
          <a:endParaRPr lang="en-US"/>
        </a:p>
      </dgm:t>
    </dgm:pt>
    <dgm:pt modelId="{34A90CCF-555D-44A1-80FC-D4191D8CAA2F}">
      <dgm:prSet/>
      <dgm:spPr/>
      <dgm:t>
        <a:bodyPr/>
        <a:lstStyle/>
        <a:p>
          <a:r>
            <a:rPr lang="en-US"/>
            <a:t>Mutual reverts signal contested knowledge production</a:t>
          </a:r>
          <a:br>
            <a:rPr lang="en-US"/>
          </a:br>
          <a:r>
            <a:rPr lang="en-US"/>
            <a:t>(Sumi &amp; Yasseri, 2011)</a:t>
          </a:r>
        </a:p>
      </dgm:t>
    </dgm:pt>
    <dgm:pt modelId="{B2195998-A888-4C01-8F53-8FF8CC9C8355}" type="parTrans" cxnId="{7C9383C4-2208-4D2B-A1E8-30F35E821EB2}">
      <dgm:prSet/>
      <dgm:spPr/>
      <dgm:t>
        <a:bodyPr/>
        <a:lstStyle/>
        <a:p>
          <a:endParaRPr lang="en-US"/>
        </a:p>
      </dgm:t>
    </dgm:pt>
    <dgm:pt modelId="{31633272-2636-4C9D-AF19-44D1153643A3}" type="sibTrans" cxnId="{7C9383C4-2208-4D2B-A1E8-30F35E821EB2}">
      <dgm:prSet/>
      <dgm:spPr/>
      <dgm:t>
        <a:bodyPr/>
        <a:lstStyle/>
        <a:p>
          <a:endParaRPr lang="en-US"/>
        </a:p>
      </dgm:t>
    </dgm:pt>
    <dgm:pt modelId="{46D6ADF3-0CF4-4007-87EE-089478179035}">
      <dgm:prSet/>
      <dgm:spPr/>
      <dgm:t>
        <a:bodyPr/>
        <a:lstStyle/>
        <a:p>
          <a:r>
            <a:rPr lang="en-US" b="1"/>
            <a:t>Temporal Dynamics (Burstiness)</a:t>
          </a:r>
          <a:endParaRPr lang="en-US"/>
        </a:p>
      </dgm:t>
    </dgm:pt>
    <dgm:pt modelId="{5F2C2105-8BDF-4F2D-A06C-6BD12FFC3DCF}" type="parTrans" cxnId="{567BB753-7BA5-4CC4-8CC0-72ECA5F70163}">
      <dgm:prSet/>
      <dgm:spPr/>
      <dgm:t>
        <a:bodyPr/>
        <a:lstStyle/>
        <a:p>
          <a:endParaRPr lang="en-US"/>
        </a:p>
      </dgm:t>
    </dgm:pt>
    <dgm:pt modelId="{01C1F626-4714-48B9-82F2-6065A8D2ABAA}" type="sibTrans" cxnId="{567BB753-7BA5-4CC4-8CC0-72ECA5F70163}">
      <dgm:prSet/>
      <dgm:spPr/>
      <dgm:t>
        <a:bodyPr/>
        <a:lstStyle/>
        <a:p>
          <a:endParaRPr lang="en-US"/>
        </a:p>
      </dgm:t>
    </dgm:pt>
    <dgm:pt modelId="{6EE50C6D-ECF5-48E9-AF2F-0205D57F9BDA}">
      <dgm:prSet/>
      <dgm:spPr/>
      <dgm:t>
        <a:bodyPr/>
        <a:lstStyle/>
        <a:p>
          <a:r>
            <a:rPr lang="en-US"/>
            <a:t>Human activity is uneven and temporally concentrated</a:t>
          </a:r>
        </a:p>
      </dgm:t>
    </dgm:pt>
    <dgm:pt modelId="{6149FC4B-A731-4CDC-B642-6D55C619F15D}" type="parTrans" cxnId="{1618659F-3523-4F8C-B276-22AA74EFCEDA}">
      <dgm:prSet/>
      <dgm:spPr/>
      <dgm:t>
        <a:bodyPr/>
        <a:lstStyle/>
        <a:p>
          <a:endParaRPr lang="en-US"/>
        </a:p>
      </dgm:t>
    </dgm:pt>
    <dgm:pt modelId="{E4BE396E-BA71-46E9-8245-9B02300437FD}" type="sibTrans" cxnId="{1618659F-3523-4F8C-B276-22AA74EFCEDA}">
      <dgm:prSet/>
      <dgm:spPr/>
      <dgm:t>
        <a:bodyPr/>
        <a:lstStyle/>
        <a:p>
          <a:endParaRPr lang="en-US"/>
        </a:p>
      </dgm:t>
    </dgm:pt>
    <dgm:pt modelId="{F48A6E81-D4B1-4D95-9FA6-975ECD1CDAB4}">
      <dgm:prSet/>
      <dgm:spPr/>
      <dgm:t>
        <a:bodyPr/>
        <a:lstStyle/>
        <a:p>
          <a:r>
            <a:rPr lang="en-US"/>
            <a:t>Wikipedia editing follows bursty patterns</a:t>
          </a:r>
          <a:br>
            <a:rPr lang="en-US"/>
          </a:br>
          <a:r>
            <a:rPr lang="en-US"/>
            <a:t>(Barabási, 2005; Choi et al., 2021)</a:t>
          </a:r>
        </a:p>
      </dgm:t>
    </dgm:pt>
    <dgm:pt modelId="{EFFC69B0-5151-438B-A02F-EA810F0BD848}" type="parTrans" cxnId="{361D72A2-8360-45C4-B89F-565CA8B6A7C0}">
      <dgm:prSet/>
      <dgm:spPr/>
      <dgm:t>
        <a:bodyPr/>
        <a:lstStyle/>
        <a:p>
          <a:endParaRPr lang="en-US"/>
        </a:p>
      </dgm:t>
    </dgm:pt>
    <dgm:pt modelId="{1ED7187E-1237-4078-9921-96DB56830215}" type="sibTrans" cxnId="{361D72A2-8360-45C4-B89F-565CA8B6A7C0}">
      <dgm:prSet/>
      <dgm:spPr/>
      <dgm:t>
        <a:bodyPr/>
        <a:lstStyle/>
        <a:p>
          <a:endParaRPr lang="en-US"/>
        </a:p>
      </dgm:t>
    </dgm:pt>
    <dgm:pt modelId="{9B1588FD-B4B3-40AA-A3AE-89E9E07AF649}">
      <dgm:prSet/>
      <dgm:spPr/>
      <dgm:t>
        <a:bodyPr/>
        <a:lstStyle/>
        <a:p>
          <a:r>
            <a:rPr lang="en-US" b="1"/>
            <a:t>Bias and Topic-Specific Dynamics</a:t>
          </a:r>
          <a:endParaRPr lang="en-US"/>
        </a:p>
      </dgm:t>
    </dgm:pt>
    <dgm:pt modelId="{BEAC5810-CB26-4310-BD7D-9B901C49EC02}" type="parTrans" cxnId="{0BA46317-B9EB-4063-AE32-4B47246C40B4}">
      <dgm:prSet/>
      <dgm:spPr/>
      <dgm:t>
        <a:bodyPr/>
        <a:lstStyle/>
        <a:p>
          <a:endParaRPr lang="en-US"/>
        </a:p>
      </dgm:t>
    </dgm:pt>
    <dgm:pt modelId="{BCC19C8E-2486-43C1-94A3-07EC632746AD}" type="sibTrans" cxnId="{0BA46317-B9EB-4063-AE32-4B47246C40B4}">
      <dgm:prSet/>
      <dgm:spPr/>
      <dgm:t>
        <a:bodyPr/>
        <a:lstStyle/>
        <a:p>
          <a:endParaRPr lang="en-US"/>
        </a:p>
      </dgm:t>
    </dgm:pt>
    <dgm:pt modelId="{59E147F7-0247-4332-ACEC-3C3BDC254526}">
      <dgm:prSet/>
      <dgm:spPr/>
      <dgm:t>
        <a:bodyPr/>
        <a:lstStyle/>
        <a:p>
          <a:r>
            <a:rPr lang="en-US" dirty="0"/>
            <a:t>Systematic biases exist (e.g., gender, diversity)</a:t>
          </a:r>
        </a:p>
      </dgm:t>
    </dgm:pt>
    <dgm:pt modelId="{BD5A8161-E95A-4114-8989-657F7A6D47C0}" type="parTrans" cxnId="{F6B555E3-8858-44F9-AFD6-39D28D4E538D}">
      <dgm:prSet/>
      <dgm:spPr/>
      <dgm:t>
        <a:bodyPr/>
        <a:lstStyle/>
        <a:p>
          <a:endParaRPr lang="en-US"/>
        </a:p>
      </dgm:t>
    </dgm:pt>
    <dgm:pt modelId="{77669A99-3B4D-4AAA-95ED-8C0BD8B28C5E}" type="sibTrans" cxnId="{F6B555E3-8858-44F9-AFD6-39D28D4E538D}">
      <dgm:prSet/>
      <dgm:spPr/>
      <dgm:t>
        <a:bodyPr/>
        <a:lstStyle/>
        <a:p>
          <a:endParaRPr lang="en-US"/>
        </a:p>
      </dgm:t>
    </dgm:pt>
    <dgm:pt modelId="{BFC44295-33EA-475B-9856-0609E83FBE8F}">
      <dgm:prSet/>
      <dgm:spPr/>
      <dgm:t>
        <a:bodyPr/>
        <a:lstStyle/>
        <a:p>
          <a:r>
            <a:rPr lang="en-US" dirty="0"/>
            <a:t>Diversity-related topics receive uneven attention</a:t>
          </a:r>
          <a:br>
            <a:rPr lang="en-US" dirty="0"/>
          </a:br>
          <a:r>
            <a:rPr lang="en-US" dirty="0"/>
            <a:t>(Reagle &amp; Rhue, 2011; </a:t>
          </a:r>
          <a:r>
            <a:rPr lang="en-US" dirty="0" err="1"/>
            <a:t>Graells</a:t>
          </a:r>
          <a:r>
            <a:rPr lang="en-US" dirty="0"/>
            <a:t>-Garrido et al., 2015; Sun &amp;Peng, 2021) </a:t>
          </a:r>
        </a:p>
      </dgm:t>
    </dgm:pt>
    <dgm:pt modelId="{030A9747-C0FB-4BEB-8790-A9E6E7668299}" type="parTrans" cxnId="{1FD1DA66-F06F-468C-B586-8E012976EB39}">
      <dgm:prSet/>
      <dgm:spPr/>
      <dgm:t>
        <a:bodyPr/>
        <a:lstStyle/>
        <a:p>
          <a:endParaRPr lang="en-US"/>
        </a:p>
      </dgm:t>
    </dgm:pt>
    <dgm:pt modelId="{6E3D18ED-86A7-4DE7-8646-70B513A5D8C7}" type="sibTrans" cxnId="{1FD1DA66-F06F-468C-B586-8E012976EB39}">
      <dgm:prSet/>
      <dgm:spPr/>
      <dgm:t>
        <a:bodyPr/>
        <a:lstStyle/>
        <a:p>
          <a:endParaRPr lang="en-US"/>
        </a:p>
      </dgm:t>
    </dgm:pt>
    <dgm:pt modelId="{EF7896FD-5F11-43D2-A6EB-F6991A128D44}" type="pres">
      <dgm:prSet presAssocID="{C81D30D6-3DAF-4966-886C-2F91FBCFFD80}" presName="linear" presStyleCnt="0">
        <dgm:presLayoutVars>
          <dgm:animLvl val="lvl"/>
          <dgm:resizeHandles val="exact"/>
        </dgm:presLayoutVars>
      </dgm:prSet>
      <dgm:spPr/>
    </dgm:pt>
    <dgm:pt modelId="{553D2758-A0B4-47CD-A581-08A935DB3229}" type="pres">
      <dgm:prSet presAssocID="{B5A25216-F362-4F7A-BA2D-FDB8B32ED02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8E5D3EB-1934-4D9E-824C-FD601326C358}" type="pres">
      <dgm:prSet presAssocID="{B5A25216-F362-4F7A-BA2D-FDB8B32ED02D}" presName="childText" presStyleLbl="revTx" presStyleIdx="0" presStyleCnt="3">
        <dgm:presLayoutVars>
          <dgm:bulletEnabled val="1"/>
        </dgm:presLayoutVars>
      </dgm:prSet>
      <dgm:spPr/>
    </dgm:pt>
    <dgm:pt modelId="{DD4DCD36-F15F-4C53-8965-3BD41107470C}" type="pres">
      <dgm:prSet presAssocID="{46D6ADF3-0CF4-4007-87EE-08947817903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71C11D-3923-4855-960A-208EEB6042B7}" type="pres">
      <dgm:prSet presAssocID="{46D6ADF3-0CF4-4007-87EE-089478179035}" presName="childText" presStyleLbl="revTx" presStyleIdx="1" presStyleCnt="3">
        <dgm:presLayoutVars>
          <dgm:bulletEnabled val="1"/>
        </dgm:presLayoutVars>
      </dgm:prSet>
      <dgm:spPr/>
    </dgm:pt>
    <dgm:pt modelId="{EF3FAC34-E314-4931-8BE1-4DBFCF027F62}" type="pres">
      <dgm:prSet presAssocID="{9B1588FD-B4B3-40AA-A3AE-89E9E07AF64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86725FD-DFA5-4D9F-B90F-0A896BACD609}" type="pres">
      <dgm:prSet presAssocID="{9B1588FD-B4B3-40AA-A3AE-89E9E07AF649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06DF702-8F06-4B3F-8C30-3998B1CAFA1A}" type="presOf" srcId="{46D6ADF3-0CF4-4007-87EE-089478179035}" destId="{DD4DCD36-F15F-4C53-8965-3BD41107470C}" srcOrd="0" destOrd="0" presId="urn:microsoft.com/office/officeart/2005/8/layout/vList2"/>
    <dgm:cxn modelId="{0BA46317-B9EB-4063-AE32-4B47246C40B4}" srcId="{C81D30D6-3DAF-4966-886C-2F91FBCFFD80}" destId="{9B1588FD-B4B3-40AA-A3AE-89E9E07AF649}" srcOrd="2" destOrd="0" parTransId="{BEAC5810-CB26-4310-BD7D-9B901C49EC02}" sibTransId="{BCC19C8E-2486-43C1-94A3-07EC632746AD}"/>
    <dgm:cxn modelId="{9C37FB35-CB96-4393-9BFF-6F7D364B3425}" type="presOf" srcId="{34A90CCF-555D-44A1-80FC-D4191D8CAA2F}" destId="{B8E5D3EB-1934-4D9E-824C-FD601326C358}" srcOrd="0" destOrd="1" presId="urn:microsoft.com/office/officeart/2005/8/layout/vList2"/>
    <dgm:cxn modelId="{1FD1DA66-F06F-468C-B586-8E012976EB39}" srcId="{9B1588FD-B4B3-40AA-A3AE-89E9E07AF649}" destId="{BFC44295-33EA-475B-9856-0609E83FBE8F}" srcOrd="1" destOrd="0" parTransId="{030A9747-C0FB-4BEB-8790-A9E6E7668299}" sibTransId="{6E3D18ED-86A7-4DE7-8646-70B513A5D8C7}"/>
    <dgm:cxn modelId="{87400950-E247-483B-ACF0-60AE430BEB07}" type="presOf" srcId="{F48A6E81-D4B1-4D95-9FA6-975ECD1CDAB4}" destId="{7671C11D-3923-4855-960A-208EEB6042B7}" srcOrd="0" destOrd="1" presId="urn:microsoft.com/office/officeart/2005/8/layout/vList2"/>
    <dgm:cxn modelId="{55EB6870-8C01-4CB8-AC64-7CD7ED3CCCD7}" type="presOf" srcId="{BFC44295-33EA-475B-9856-0609E83FBE8F}" destId="{486725FD-DFA5-4D9F-B90F-0A896BACD609}" srcOrd="0" destOrd="1" presId="urn:microsoft.com/office/officeart/2005/8/layout/vList2"/>
    <dgm:cxn modelId="{567BB753-7BA5-4CC4-8CC0-72ECA5F70163}" srcId="{C81D30D6-3DAF-4966-886C-2F91FBCFFD80}" destId="{46D6ADF3-0CF4-4007-87EE-089478179035}" srcOrd="1" destOrd="0" parTransId="{5F2C2105-8BDF-4F2D-A06C-6BD12FFC3DCF}" sibTransId="{01C1F626-4714-48B9-82F2-6065A8D2ABAA}"/>
    <dgm:cxn modelId="{30777259-E6AF-4D9D-9DCE-8203BAC1747B}" type="presOf" srcId="{B5A25216-F362-4F7A-BA2D-FDB8B32ED02D}" destId="{553D2758-A0B4-47CD-A581-08A935DB3229}" srcOrd="0" destOrd="0" presId="urn:microsoft.com/office/officeart/2005/8/layout/vList2"/>
    <dgm:cxn modelId="{FFF0AA84-2967-49DD-88B2-B84C8475F0B3}" type="presOf" srcId="{9B1588FD-B4B3-40AA-A3AE-89E9E07AF649}" destId="{EF3FAC34-E314-4931-8BE1-4DBFCF027F62}" srcOrd="0" destOrd="0" presId="urn:microsoft.com/office/officeart/2005/8/layout/vList2"/>
    <dgm:cxn modelId="{AB1EB191-1D3A-40FF-8E30-99C8A19863B0}" srcId="{B5A25216-F362-4F7A-BA2D-FDB8B32ED02D}" destId="{505E26EF-5EB7-40A1-B11A-CF3FDC3E2022}" srcOrd="0" destOrd="0" parTransId="{EDE0C5AE-2AA2-4D0A-BDA3-CB50E860597C}" sibTransId="{B54854A0-99E2-4E9E-8AD4-1531DF964A48}"/>
    <dgm:cxn modelId="{0BC0B499-D3BA-4760-9461-69E217257333}" type="presOf" srcId="{59E147F7-0247-4332-ACEC-3C3BDC254526}" destId="{486725FD-DFA5-4D9F-B90F-0A896BACD609}" srcOrd="0" destOrd="0" presId="urn:microsoft.com/office/officeart/2005/8/layout/vList2"/>
    <dgm:cxn modelId="{1618659F-3523-4F8C-B276-22AA74EFCEDA}" srcId="{46D6ADF3-0CF4-4007-87EE-089478179035}" destId="{6EE50C6D-ECF5-48E9-AF2F-0205D57F9BDA}" srcOrd="0" destOrd="0" parTransId="{6149FC4B-A731-4CDC-B642-6D55C619F15D}" sibTransId="{E4BE396E-BA71-46E9-8245-9B02300437FD}"/>
    <dgm:cxn modelId="{361D72A2-8360-45C4-B89F-565CA8B6A7C0}" srcId="{46D6ADF3-0CF4-4007-87EE-089478179035}" destId="{F48A6E81-D4B1-4D95-9FA6-975ECD1CDAB4}" srcOrd="1" destOrd="0" parTransId="{EFFC69B0-5151-438B-A02F-EA810F0BD848}" sibTransId="{1ED7187E-1237-4078-9921-96DB56830215}"/>
    <dgm:cxn modelId="{33B568A4-3761-40C2-8936-CB3F04A6897A}" type="presOf" srcId="{C81D30D6-3DAF-4966-886C-2F91FBCFFD80}" destId="{EF7896FD-5F11-43D2-A6EB-F6991A128D44}" srcOrd="0" destOrd="0" presId="urn:microsoft.com/office/officeart/2005/8/layout/vList2"/>
    <dgm:cxn modelId="{23F85AAC-0BB6-4B00-B445-2C0F51E84427}" type="presOf" srcId="{505E26EF-5EB7-40A1-B11A-CF3FDC3E2022}" destId="{B8E5D3EB-1934-4D9E-824C-FD601326C358}" srcOrd="0" destOrd="0" presId="urn:microsoft.com/office/officeart/2005/8/layout/vList2"/>
    <dgm:cxn modelId="{CE9749BC-5E6E-4019-BC2C-9C80ECC40781}" type="presOf" srcId="{6EE50C6D-ECF5-48E9-AF2F-0205D57F9BDA}" destId="{7671C11D-3923-4855-960A-208EEB6042B7}" srcOrd="0" destOrd="0" presId="urn:microsoft.com/office/officeart/2005/8/layout/vList2"/>
    <dgm:cxn modelId="{7C9383C4-2208-4D2B-A1E8-30F35E821EB2}" srcId="{B5A25216-F362-4F7A-BA2D-FDB8B32ED02D}" destId="{34A90CCF-555D-44A1-80FC-D4191D8CAA2F}" srcOrd="1" destOrd="0" parTransId="{B2195998-A888-4C01-8F53-8FF8CC9C8355}" sibTransId="{31633272-2636-4C9D-AF19-44D1153643A3}"/>
    <dgm:cxn modelId="{F6B555E3-8858-44F9-AFD6-39D28D4E538D}" srcId="{9B1588FD-B4B3-40AA-A3AE-89E9E07AF649}" destId="{59E147F7-0247-4332-ACEC-3C3BDC254526}" srcOrd="0" destOrd="0" parTransId="{BD5A8161-E95A-4114-8989-657F7A6D47C0}" sibTransId="{77669A99-3B4D-4AAA-95ED-8C0BD8B28C5E}"/>
    <dgm:cxn modelId="{E427E5FE-C2BD-4883-9F51-2EB1AE775819}" srcId="{C81D30D6-3DAF-4966-886C-2F91FBCFFD80}" destId="{B5A25216-F362-4F7A-BA2D-FDB8B32ED02D}" srcOrd="0" destOrd="0" parTransId="{207328CD-0CFD-48B6-B4B7-C84591D6D03C}" sibTransId="{C8C59C3B-6AB4-4E80-8EBF-8432BA30CB49}"/>
    <dgm:cxn modelId="{807F6E5C-15B3-4322-8920-102669FB572E}" type="presParOf" srcId="{EF7896FD-5F11-43D2-A6EB-F6991A128D44}" destId="{553D2758-A0B4-47CD-A581-08A935DB3229}" srcOrd="0" destOrd="0" presId="urn:microsoft.com/office/officeart/2005/8/layout/vList2"/>
    <dgm:cxn modelId="{C46BC32E-B7E6-4115-9E61-6762A1DFE47D}" type="presParOf" srcId="{EF7896FD-5F11-43D2-A6EB-F6991A128D44}" destId="{B8E5D3EB-1934-4D9E-824C-FD601326C358}" srcOrd="1" destOrd="0" presId="urn:microsoft.com/office/officeart/2005/8/layout/vList2"/>
    <dgm:cxn modelId="{51C1E9D2-6B01-4053-97F2-A4F8559BC5CC}" type="presParOf" srcId="{EF7896FD-5F11-43D2-A6EB-F6991A128D44}" destId="{DD4DCD36-F15F-4C53-8965-3BD41107470C}" srcOrd="2" destOrd="0" presId="urn:microsoft.com/office/officeart/2005/8/layout/vList2"/>
    <dgm:cxn modelId="{CDC65557-6155-4F0A-AC72-81F82A366EC4}" type="presParOf" srcId="{EF7896FD-5F11-43D2-A6EB-F6991A128D44}" destId="{7671C11D-3923-4855-960A-208EEB6042B7}" srcOrd="3" destOrd="0" presId="urn:microsoft.com/office/officeart/2005/8/layout/vList2"/>
    <dgm:cxn modelId="{A47B4334-DD25-4663-8B72-409ABDBC483A}" type="presParOf" srcId="{EF7896FD-5F11-43D2-A6EB-F6991A128D44}" destId="{EF3FAC34-E314-4931-8BE1-4DBFCF027F62}" srcOrd="4" destOrd="0" presId="urn:microsoft.com/office/officeart/2005/8/layout/vList2"/>
    <dgm:cxn modelId="{3CB4C859-7670-4FF5-BBF1-8FBD15BFFF95}" type="presParOf" srcId="{EF7896FD-5F11-43D2-A6EB-F6991A128D44}" destId="{486725FD-DFA5-4D9F-B90F-0A896BACD60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3D2758-A0B4-47CD-A581-08A935DB3229}">
      <dsp:nvSpPr>
        <dsp:cNvPr id="0" name=""/>
        <dsp:cNvSpPr/>
      </dsp:nvSpPr>
      <dsp:spPr>
        <a:xfrm>
          <a:off x="0" y="132693"/>
          <a:ext cx="8966355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Social Interaction and Conflict</a:t>
          </a:r>
          <a:endParaRPr lang="en-US" sz="2800" kern="1200"/>
        </a:p>
      </dsp:txBody>
      <dsp:txXfrm>
        <a:off x="33583" y="166276"/>
        <a:ext cx="8899189" cy="620794"/>
      </dsp:txXfrm>
    </dsp:sp>
    <dsp:sp modelId="{B8E5D3EB-1934-4D9E-824C-FD601326C358}">
      <dsp:nvSpPr>
        <dsp:cNvPr id="0" name=""/>
        <dsp:cNvSpPr/>
      </dsp:nvSpPr>
      <dsp:spPr>
        <a:xfrm>
          <a:off x="0" y="820653"/>
          <a:ext cx="8966355" cy="1072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68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Editing is shaped by collaboration and disagreement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Mutual reverts signal contested knowledge production</a:t>
          </a:r>
          <a:br>
            <a:rPr lang="en-US" sz="2200" kern="1200"/>
          </a:br>
          <a:r>
            <a:rPr lang="en-US" sz="2200" kern="1200"/>
            <a:t>(Sumi &amp; Yasseri, 2011)</a:t>
          </a:r>
        </a:p>
      </dsp:txBody>
      <dsp:txXfrm>
        <a:off x="0" y="820653"/>
        <a:ext cx="8966355" cy="1072260"/>
      </dsp:txXfrm>
    </dsp:sp>
    <dsp:sp modelId="{DD4DCD36-F15F-4C53-8965-3BD41107470C}">
      <dsp:nvSpPr>
        <dsp:cNvPr id="0" name=""/>
        <dsp:cNvSpPr/>
      </dsp:nvSpPr>
      <dsp:spPr>
        <a:xfrm>
          <a:off x="0" y="1892913"/>
          <a:ext cx="8966355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Temporal Dynamics (Burstiness)</a:t>
          </a:r>
          <a:endParaRPr lang="en-US" sz="2800" kern="1200"/>
        </a:p>
      </dsp:txBody>
      <dsp:txXfrm>
        <a:off x="33583" y="1926496"/>
        <a:ext cx="8899189" cy="620794"/>
      </dsp:txXfrm>
    </dsp:sp>
    <dsp:sp modelId="{7671C11D-3923-4855-960A-208EEB6042B7}">
      <dsp:nvSpPr>
        <dsp:cNvPr id="0" name=""/>
        <dsp:cNvSpPr/>
      </dsp:nvSpPr>
      <dsp:spPr>
        <a:xfrm>
          <a:off x="0" y="2580873"/>
          <a:ext cx="8966355" cy="1072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68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Human activity is uneven and temporally concentrated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Wikipedia editing follows bursty patterns</a:t>
          </a:r>
          <a:br>
            <a:rPr lang="en-US" sz="2200" kern="1200"/>
          </a:br>
          <a:r>
            <a:rPr lang="en-US" sz="2200" kern="1200"/>
            <a:t>(Barabási, 2005; Choi et al., 2021)</a:t>
          </a:r>
        </a:p>
      </dsp:txBody>
      <dsp:txXfrm>
        <a:off x="0" y="2580873"/>
        <a:ext cx="8966355" cy="1072260"/>
      </dsp:txXfrm>
    </dsp:sp>
    <dsp:sp modelId="{EF3FAC34-E314-4931-8BE1-4DBFCF027F62}">
      <dsp:nvSpPr>
        <dsp:cNvPr id="0" name=""/>
        <dsp:cNvSpPr/>
      </dsp:nvSpPr>
      <dsp:spPr>
        <a:xfrm>
          <a:off x="0" y="3653133"/>
          <a:ext cx="8966355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Bias and Topic-Specific Dynamics</a:t>
          </a:r>
          <a:endParaRPr lang="en-US" sz="2800" kern="1200"/>
        </a:p>
      </dsp:txBody>
      <dsp:txXfrm>
        <a:off x="33583" y="3686716"/>
        <a:ext cx="8899189" cy="620794"/>
      </dsp:txXfrm>
    </dsp:sp>
    <dsp:sp modelId="{486725FD-DFA5-4D9F-B90F-0A896BACD609}">
      <dsp:nvSpPr>
        <dsp:cNvPr id="0" name=""/>
        <dsp:cNvSpPr/>
      </dsp:nvSpPr>
      <dsp:spPr>
        <a:xfrm>
          <a:off x="0" y="4341093"/>
          <a:ext cx="8966355" cy="1072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68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Systematic biases exist (e.g., gender, diversity)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Diversity-related topics receive uneven attention</a:t>
          </a:r>
          <a:br>
            <a:rPr lang="en-US" sz="2200" kern="1200" dirty="0"/>
          </a:br>
          <a:r>
            <a:rPr lang="en-US" sz="2200" kern="1200" dirty="0"/>
            <a:t>(Reagle &amp; Rhue, 2011; </a:t>
          </a:r>
          <a:r>
            <a:rPr lang="en-US" sz="2200" kern="1200" dirty="0" err="1"/>
            <a:t>Graells</a:t>
          </a:r>
          <a:r>
            <a:rPr lang="en-US" sz="2200" kern="1200" dirty="0"/>
            <a:t>-Garrido et al., 2015; Sun &amp;Peng, 2021) </a:t>
          </a:r>
        </a:p>
      </dsp:txBody>
      <dsp:txXfrm>
        <a:off x="0" y="4341093"/>
        <a:ext cx="8966355" cy="1072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9366E-B9D4-45ED-84E3-196E52D443B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097A5-8C6D-4618-B77A-27BEF17B6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8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097A5-8C6D-4618-B77A-27BEF17B69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4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Burst-related instability </a:t>
            </a:r>
          </a:p>
          <a:p>
            <a:pPr marL="0" indent="0">
              <a:buNone/>
            </a:pPr>
            <a:r>
              <a:rPr lang="en-US" dirty="0"/>
              <a:t>= Editing is concentrated in a short period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097A5-8C6D-4618-B77A-27BEF17B69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2AE4-50C4-D28D-4559-3A33C7DD5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FB319-10CA-D5C9-6856-84925B07E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7AA45-12D1-2DD3-0151-D47B7E1E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D610F-BE65-6689-91E4-637C6687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1506F-B1CF-5E94-6040-21918F01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08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CCD0-B7C3-5A40-660F-6CDBC97F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28CF-D3CE-A7E5-86A8-E70DC2523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338FA-DA01-13ED-F05C-E95F54BE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E29CD-8A7E-4BCF-5139-DCA9F344D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1EA6F-B49A-E4CB-B77E-76DC6551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7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EDB3-3571-034E-8016-D0EE7EDF2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ED80D-70EB-B71A-10FA-B1DDC25CE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F35D1-812C-6E49-CB7C-0F6E91269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5EB6-F965-22B9-B35D-738BA4BF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3525-0000-B493-5D92-61FA9C47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8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9BE2-3752-EE2B-E949-3A5B4D27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4855-555A-812E-C350-21537C0A0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0CA03-B8B8-1CE9-35AA-6677CBC68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95574-8514-399F-85D1-597DA4A66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A2BA9-FDCB-82AB-7919-97598552D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C4528-2589-E593-35F1-8AD909EC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A36C-10DA-E6E6-04C1-B0B2180F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B904F-589D-2C83-3FFC-8F3937BB4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51E9F-7416-769E-C619-2949052C9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CBFC6-B4F3-2720-539A-E1013EDBF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AFB4C-4150-7CF7-9F3B-A9A94BD40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9A5C2-A5FF-2128-11A1-2681DA82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3BB991-04A4-CC45-2ECE-C5B20AB4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090D1-21DD-E04C-A43A-FD59698D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4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C5A0-BCF5-3911-3908-1A7ADE2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3F7FB3-E92A-0C74-7E30-9AACD8C45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0F78B-92AA-DAE5-9BFD-E1FA067E1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7F9F2-A152-989F-72D6-A21928BC7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7790D0-AA2A-5E05-8F87-2ECC8341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D6743A-40F4-ED4D-E94E-90A170515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EA12A-F672-29AA-85D3-070CE45D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14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CFAE-FB32-ABA1-A2F3-E54C97DB6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EB040-F7E5-9550-8A46-C87C5B660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9A414-4E5C-0308-3943-9B50DA21A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8C085-21AA-BF0C-91CD-E3A39DABD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448D2-8A67-F77B-848D-9B57D5317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D0F43-E8FF-AB76-1D56-3C5A956D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1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C3C-20FA-8697-F9CB-8D395447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1CF04-2BD4-4806-4FBB-49B943B86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1D40F-B32F-8204-7DCE-56D26E59B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652D3-AE36-DC13-0229-7F7654E7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15D18-5386-1BD7-5D75-8D6D5379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4950B-1C02-1BC0-37A5-424E39D3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9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6FDA-C5AD-D54A-1B12-8366E4A9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41515-B94E-E2E9-75B3-B72FCE56E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9DFAF-172C-BA94-CA0D-FC16FF59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BA62E-F203-F7E6-2C70-DFEE6C0E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846DC-D43C-4494-082A-5600AB57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68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ABE2AF-8E37-0EF5-6638-35C244C59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687E7-14C4-AFF3-E666-824DE681D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D8F49-95B7-6F34-9DF1-DE8EBAEA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C68D-3866-64CE-F094-204E0B37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4C75F-E505-EDDA-7B4F-CC9EE032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CB9E5-3B8F-D26D-92FA-73E45660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84EEF-00D7-3094-749E-DF62869E4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123E8-E87B-A67F-391D-FDF7EB59B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B7A4A-1B97-4E82-9A34-BBE6CA298B6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BAF89-288A-4F84-5321-183E914E4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F839E-2FBD-8D57-C71E-BC219F89A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8B02D-9E76-45CC-978D-DAE9193A5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2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 blue 3D cubes suspended on the air with a dark blue 3D cube on the surface">
            <a:extLst>
              <a:ext uri="{FF2B5EF4-FFF2-40B4-BE49-F238E27FC236}">
                <a16:creationId xmlns:a16="http://schemas.microsoft.com/office/drawing/2014/main" id="{C8A05325-6EA6-50E4-8901-E016B7078E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58592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C7AC4-4F4B-E741-2539-17E51E3B0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472" y="885440"/>
            <a:ext cx="8863479" cy="2688545"/>
          </a:xfrm>
        </p:spPr>
        <p:txBody>
          <a:bodyPr>
            <a:normAutofit/>
          </a:bodyPr>
          <a:lstStyle/>
          <a:p>
            <a:r>
              <a:rPr lang="en-US" sz="3700" dirty="0"/>
              <a:t>Instability as a Data Quality Issue in Wikipedia</a:t>
            </a:r>
            <a:br>
              <a:rPr lang="en-US" sz="3700" dirty="0"/>
            </a:br>
            <a:r>
              <a:rPr lang="en-US" sz="3700" dirty="0"/>
              <a:t>Evidence from Diversity-Related Topics in English Wikipedia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D06D3-3452-2A0F-E88E-E4621CB65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4300833"/>
            <a:ext cx="4431162" cy="1337967"/>
          </a:xfrm>
        </p:spPr>
        <p:txBody>
          <a:bodyPr>
            <a:normAutofit/>
          </a:bodyPr>
          <a:lstStyle/>
          <a:p>
            <a:r>
              <a:rPr lang="en-US" dirty="0"/>
              <a:t>Anju Yamada</a:t>
            </a:r>
          </a:p>
          <a:p>
            <a:r>
              <a:rPr lang="en-US" dirty="0"/>
              <a:t>KODAQS Cohort 2; Assignment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258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299A8-7548-0007-5C5D-2651D85E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353" y="4125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 Introduction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8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1663-A1B5-B701-16CA-2EC42CAC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058" y="507711"/>
            <a:ext cx="9580880" cy="1616203"/>
          </a:xfrm>
        </p:spPr>
        <p:txBody>
          <a:bodyPr anchor="b">
            <a:noAutofit/>
          </a:bodyPr>
          <a:lstStyle/>
          <a:p>
            <a:r>
              <a:rPr lang="en-US" dirty="0"/>
              <a:t>Wikipedia as a Dynamic Data System</a:t>
            </a:r>
            <a:br>
              <a:rPr lang="en-US" altLang="ja-JP" dirty="0"/>
            </a:b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4B7E862-5663-D8AB-A598-B2C419F842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65838" y="2238836"/>
            <a:ext cx="9723100" cy="3447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000" b="1" dirty="0"/>
          </a:p>
          <a:p>
            <a:r>
              <a:rPr lang="en-US" sz="3300" dirty="0"/>
              <a:t>Wikipedia articles are continuously revised over time</a:t>
            </a:r>
          </a:p>
          <a:p>
            <a:r>
              <a:rPr lang="en-US" sz="3300" dirty="0"/>
              <a:t>Revision history reveals temporal variation in data quality</a:t>
            </a:r>
          </a:p>
          <a:p>
            <a:pPr marL="0" indent="0">
              <a:buNone/>
            </a:pPr>
            <a:br>
              <a:rPr lang="en-US" sz="3300" dirty="0"/>
            </a:br>
            <a:r>
              <a:rPr lang="fr-FR" sz="3300" b="1" dirty="0"/>
              <a:t>Sources:</a:t>
            </a:r>
            <a:r>
              <a:rPr lang="fr-FR" sz="3300" dirty="0"/>
              <a:t> </a:t>
            </a:r>
            <a:r>
              <a:rPr lang="fr-FR" sz="3300" dirty="0" err="1"/>
              <a:t>Moás</a:t>
            </a:r>
            <a:r>
              <a:rPr lang="fr-FR" sz="3300" dirty="0"/>
              <a:t> &amp; Lopes (2024); Raman et al. (2020); Zeng et al. (2006)</a:t>
            </a:r>
            <a:endParaRPr kumimoji="0" lang="en-US" altLang="en-US" sz="3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 descr="An abstract design with lines and financial symbols">
            <a:extLst>
              <a:ext uri="{FF2B5EF4-FFF2-40B4-BE49-F238E27FC236}">
                <a16:creationId xmlns:a16="http://schemas.microsoft.com/office/drawing/2014/main" id="{C7D3907E-8BB9-D479-17A1-58FEC06EE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19" r="23739"/>
          <a:stretch>
            <a:fillRect/>
          </a:stretch>
        </p:blipFill>
        <p:spPr>
          <a:xfrm>
            <a:off x="0" y="0"/>
            <a:ext cx="234696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0347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642C-95E3-AC95-9D5B-D14641D79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Previous Literature</a:t>
            </a:r>
          </a:p>
        </p:txBody>
      </p:sp>
      <p:graphicFrame>
        <p:nvGraphicFramePr>
          <p:cNvPr id="45" name="Content Placeholder 2">
            <a:extLst>
              <a:ext uri="{FF2B5EF4-FFF2-40B4-BE49-F238E27FC236}">
                <a16:creationId xmlns:a16="http://schemas.microsoft.com/office/drawing/2014/main" id="{D01BA509-853B-FB59-DDFB-27459B7B8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316025"/>
              </p:ext>
            </p:extLst>
          </p:nvPr>
        </p:nvGraphicFramePr>
        <p:xfrm>
          <a:off x="1241344" y="1031874"/>
          <a:ext cx="8966355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320FC8AA-A40B-7812-888A-2C1470D3A6B2}"/>
              </a:ext>
            </a:extLst>
          </p:cNvPr>
          <p:cNvSpPr txBox="1">
            <a:spLocks/>
          </p:cNvSpPr>
          <p:nvPr/>
        </p:nvSpPr>
        <p:spPr>
          <a:xfrm>
            <a:off x="466722" y="392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Previous Literature</a:t>
            </a:r>
          </a:p>
        </p:txBody>
      </p:sp>
    </p:spTree>
    <p:extLst>
      <p:ext uri="{BB962C8B-B14F-4D97-AF65-F5344CB8AC3E}">
        <p14:creationId xmlns:p14="http://schemas.microsoft.com/office/powerpoint/2010/main" val="123328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529B4-8B66-2146-D517-E4184924F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13" y="343335"/>
            <a:ext cx="4977976" cy="1454051"/>
          </a:xfrm>
        </p:spPr>
        <p:txBody>
          <a:bodyPr>
            <a:normAutofit/>
          </a:bodyPr>
          <a:lstStyle/>
          <a:p>
            <a:r>
              <a:rPr lang="en-US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E9574-25AB-2F00-7D57-7CD5A6B09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2421682"/>
            <a:ext cx="6764529" cy="3639289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/>
              <a:t>What prior research focuses on: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Content quality (accuracy, bias) </a:t>
            </a:r>
          </a:p>
          <a:p>
            <a:pPr marL="0" indent="0">
              <a:buNone/>
            </a:pPr>
            <a:r>
              <a:rPr lang="en-US" sz="3600" dirty="0"/>
              <a:t>Revision metrics (edits, reverts) </a:t>
            </a:r>
          </a:p>
          <a:p>
            <a:pPr marL="0" indent="0">
              <a:buNone/>
            </a:pPr>
            <a:r>
              <a:rPr lang="en-US" sz="3600" b="1" dirty="0"/>
              <a:t>What is missing: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Temporal stability  and topic-specific instability </a:t>
            </a:r>
          </a:p>
          <a:p>
            <a:pPr marL="0" indent="0">
              <a:buNone/>
            </a:pPr>
            <a:r>
              <a:rPr lang="en-US" sz="3600" b="1" dirty="0"/>
              <a:t>This study sees: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Revert-related instability and bursty editing </a:t>
            </a:r>
          </a:p>
          <a:p>
            <a:endParaRPr lang="en-US" sz="1800" dirty="0"/>
          </a:p>
          <a:p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1B1FFF55-AEA4-9841-2D5C-3FC99627F8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69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BBD16-46DA-8E26-3180-6BF81256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85" y="526671"/>
            <a:ext cx="906777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Data and Research Design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BA587-31F0-C5DF-3E83-73679EE3C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20" y="146639"/>
            <a:ext cx="7884360" cy="1708242"/>
          </a:xfrm>
        </p:spPr>
        <p:txBody>
          <a:bodyPr anchor="ctr">
            <a:normAutofit/>
          </a:bodyPr>
          <a:lstStyle/>
          <a:p>
            <a:r>
              <a:rPr lang="en-US" dirty="0"/>
              <a:t>Data sources and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916F2-1FD0-99C1-6C45-9B55F34B5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2880" y="2001520"/>
            <a:ext cx="9316717" cy="4239921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Data : English Wikipedia</a:t>
            </a:r>
            <a:endParaRPr lang="en-US" dirty="0"/>
          </a:p>
          <a:p>
            <a:pPr lvl="1"/>
            <a:r>
              <a:rPr lang="en-US" sz="2800" dirty="0"/>
              <a:t>Largest and most studied edition</a:t>
            </a:r>
          </a:p>
          <a:p>
            <a:pPr marL="0" indent="0">
              <a:buNone/>
            </a:pPr>
            <a:r>
              <a:rPr lang="en-US" b="1" dirty="0"/>
              <a:t>Sources</a:t>
            </a:r>
          </a:p>
          <a:p>
            <a:r>
              <a:rPr lang="en-US" dirty="0"/>
              <a:t>Page metadata → topic classification</a:t>
            </a:r>
          </a:p>
          <a:p>
            <a:r>
              <a:rPr lang="en-US" dirty="0"/>
              <a:t>Edit logs → edits, reverts, timestamps</a:t>
            </a:r>
          </a:p>
          <a:p>
            <a:r>
              <a:rPr lang="en-US" dirty="0"/>
              <a:t>Pageviews → external attention</a:t>
            </a:r>
          </a:p>
          <a:p>
            <a:pPr marL="0" indent="0">
              <a:buNone/>
            </a:pPr>
            <a:r>
              <a:rPr lang="en-US" b="1" dirty="0"/>
              <a:t>Key Definition</a:t>
            </a:r>
          </a:p>
          <a:p>
            <a:r>
              <a:rPr lang="en-US" dirty="0"/>
              <a:t>Diversity-related pages: Label: </a:t>
            </a:r>
            <a:r>
              <a:rPr lang="en-US" i="1" dirty="0" err="1"/>
              <a:t>Culture.Biography.Women</a:t>
            </a:r>
            <a:endParaRPr lang="en-US" dirty="0"/>
          </a:p>
          <a:p>
            <a:r>
              <a:rPr lang="en-US" dirty="0"/>
              <a:t>Baseline </a:t>
            </a:r>
            <a:r>
              <a:rPr lang="en-US" b="1" dirty="0"/>
              <a:t>: </a:t>
            </a:r>
            <a:r>
              <a:rPr lang="en-US" dirty="0"/>
              <a:t>Other Wikipedia pages</a:t>
            </a:r>
          </a:p>
          <a:p>
            <a:pPr lvl="1"/>
            <a:endParaRPr lang="en-US" sz="1900" dirty="0"/>
          </a:p>
          <a:p>
            <a:endParaRPr lang="en-US" sz="1900" dirty="0"/>
          </a:p>
        </p:txBody>
      </p:sp>
      <p:pic>
        <p:nvPicPr>
          <p:cNvPr id="4" name="Picture 3" descr="An abstract design with lines and financial symbols">
            <a:extLst>
              <a:ext uri="{FF2B5EF4-FFF2-40B4-BE49-F238E27FC236}">
                <a16:creationId xmlns:a16="http://schemas.microsoft.com/office/drawing/2014/main" id="{CF68F60C-8544-1C49-8F2D-54F348A00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19" r="23739"/>
          <a:stretch>
            <a:fillRect/>
          </a:stretch>
        </p:blipFill>
        <p:spPr>
          <a:xfrm>
            <a:off x="0" y="0"/>
            <a:ext cx="234696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242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1D91C-29E1-5B83-29C7-AA15B363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00" y="254001"/>
            <a:ext cx="8351720" cy="1708242"/>
          </a:xfrm>
        </p:spPr>
        <p:txBody>
          <a:bodyPr anchor="ctr">
            <a:normAutofit/>
          </a:bodyPr>
          <a:lstStyle/>
          <a:p>
            <a:r>
              <a:rPr lang="en-US" dirty="0"/>
              <a:t>Research Questions and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CE79D-E3B7-D355-C6F3-B51A1F635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078" y="2145124"/>
            <a:ext cx="11023801" cy="376983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b="1" dirty="0"/>
              <a:t>RQ1</a:t>
            </a:r>
            <a:r>
              <a:rPr lang="en-US" dirty="0"/>
              <a:t>: Are diversity-related pages more unstable? </a:t>
            </a:r>
          </a:p>
          <a:p>
            <a:pPr marL="0" indent="0">
              <a:buNone/>
            </a:pPr>
            <a:r>
              <a:rPr lang="en-US" b="1" dirty="0"/>
              <a:t>RQ2</a:t>
            </a:r>
            <a:r>
              <a:rPr lang="en-US" dirty="0"/>
              <a:t>: What type of instability dominates?</a:t>
            </a:r>
          </a:p>
          <a:p>
            <a:pPr marL="0" indent="0">
              <a:buNone/>
            </a:pPr>
            <a:r>
              <a:rPr lang="en-US" dirty="0"/>
              <a:t>   1) Structural instability (page level) </a:t>
            </a:r>
            <a:br>
              <a:rPr lang="en-US" dirty="0"/>
            </a:br>
            <a:r>
              <a:rPr lang="en-US" dirty="0"/>
              <a:t>     H1: Diversity-related pages show stronger editing bursts</a:t>
            </a:r>
          </a:p>
          <a:p>
            <a:pPr marL="0" indent="0">
              <a:buNone/>
            </a:pPr>
            <a:r>
              <a:rPr lang="en-US" dirty="0"/>
              <a:t>   2) Temporal instability (day level)</a:t>
            </a:r>
            <a:br>
              <a:rPr lang="en-US" dirty="0"/>
            </a:br>
            <a:r>
              <a:rPr lang="en-US" dirty="0"/>
              <a:t>     H2: Diversity-related pages are more likely to experience burst days</a:t>
            </a:r>
          </a:p>
          <a:p>
            <a:pPr marL="0" indent="0">
              <a:buNone/>
            </a:pPr>
            <a:r>
              <a:rPr lang="en-US" dirty="0"/>
              <a:t>3) Revert-based instability</a:t>
            </a:r>
          </a:p>
          <a:p>
            <a:pPr marL="0" indent="0">
              <a:buNone/>
            </a:pPr>
            <a:r>
              <a:rPr lang="en-US" dirty="0"/>
              <a:t>     H3: Diversity-related pages have higher revert-related instability</a:t>
            </a:r>
          </a:p>
          <a:p>
            <a:pPr marL="0" indent="0">
              <a:buNone/>
            </a:pPr>
            <a:r>
              <a:rPr lang="en-US" b="1" dirty="0"/>
              <a:t>RQ3</a:t>
            </a:r>
            <a:r>
              <a:rPr lang="en-US" dirty="0"/>
              <a:t>: How can we mitigate instability?</a:t>
            </a:r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AD3C1D44-E410-3C74-AAC1-1F8222680B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19" r="23739"/>
          <a:stretch>
            <a:fillRect/>
          </a:stretch>
        </p:blipFill>
        <p:spPr>
          <a:xfrm>
            <a:off x="11257280" y="-10886"/>
            <a:ext cx="934720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826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5839-2737-B9F1-DF5C-189001104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640" y="548005"/>
            <a:ext cx="10515600" cy="1325563"/>
          </a:xfrm>
        </p:spPr>
        <p:txBody>
          <a:bodyPr/>
          <a:lstStyle/>
          <a:p>
            <a:r>
              <a:rPr lang="en-US" dirty="0"/>
              <a:t>Types of Instability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F124D-E98D-5B2B-4CB6-C1C396A61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7640" y="262826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b="1" dirty="0"/>
              <a:t>Structural instability (page level)</a:t>
            </a:r>
            <a:br>
              <a:rPr lang="en-US" sz="3200" dirty="0"/>
            </a:br>
            <a:r>
              <a:rPr lang="en-US" sz="3200" dirty="0"/>
              <a:t>→ edit concentration across days (</a:t>
            </a:r>
            <a:r>
              <a:rPr lang="en-US" sz="3200" b="1" dirty="0"/>
              <a:t>H1</a:t>
            </a:r>
            <a:r>
              <a:rPr lang="en-US" sz="3200" dirty="0"/>
              <a:t>) </a:t>
            </a:r>
          </a:p>
          <a:p>
            <a:r>
              <a:rPr lang="en-US" sz="3200" b="1" dirty="0"/>
              <a:t>Temporal instability (day level)</a:t>
            </a:r>
            <a:br>
              <a:rPr lang="en-US" sz="3200" dirty="0"/>
            </a:br>
            <a:r>
              <a:rPr lang="en-US" sz="3200" dirty="0"/>
              <a:t>→ burst days / unusual activity spikes (</a:t>
            </a:r>
            <a:r>
              <a:rPr lang="en-US" sz="3200" b="1" dirty="0"/>
              <a:t>H2</a:t>
            </a:r>
            <a:r>
              <a:rPr lang="en-US" sz="3200" dirty="0"/>
              <a:t>) </a:t>
            </a:r>
          </a:p>
          <a:p>
            <a:r>
              <a:rPr lang="en-US" sz="3200" b="1" dirty="0"/>
              <a:t>Revert-related instability</a:t>
            </a:r>
            <a:br>
              <a:rPr lang="en-US" sz="3200" dirty="0"/>
            </a:br>
            <a:r>
              <a:rPr lang="en-US" sz="3200" dirty="0"/>
              <a:t>→ reverted edits / editorial disagreement (</a:t>
            </a:r>
            <a:r>
              <a:rPr lang="en-US" sz="3200" b="1" dirty="0"/>
              <a:t>H3</a:t>
            </a:r>
            <a:r>
              <a:rPr lang="en-US" sz="3200" dirty="0"/>
              <a:t>)</a:t>
            </a:r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C86DF046-9697-B7BD-FA06-E85079581B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19" r="23739"/>
          <a:stretch>
            <a:fillRect/>
          </a:stretch>
        </p:blipFill>
        <p:spPr>
          <a:xfrm>
            <a:off x="0" y="0"/>
            <a:ext cx="234696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8670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AD98F-E3DE-904E-5076-73D1F070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192" y="1103718"/>
            <a:ext cx="1034961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 Structural Instability at the Page Level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0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B823-16A0-5497-57BF-2E8D3ADC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526" y="0"/>
            <a:ext cx="10515600" cy="1325563"/>
          </a:xfrm>
        </p:spPr>
        <p:txBody>
          <a:bodyPr/>
          <a:lstStyle/>
          <a:p>
            <a:r>
              <a:rPr lang="en-US" dirty="0"/>
              <a:t>Structural Instability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16688-C1D1-5287-E699-912532A17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96905" cy="4351338"/>
          </a:xfrm>
        </p:spPr>
        <p:txBody>
          <a:bodyPr/>
          <a:lstStyle/>
          <a:p>
            <a:r>
              <a:rPr lang="en-US" dirty="0"/>
              <a:t>Diversity pages: </a:t>
            </a:r>
          </a:p>
          <a:p>
            <a:pPr marL="457200" lvl="1" indent="0">
              <a:buNone/>
            </a:pPr>
            <a:r>
              <a:rPr lang="en-US" dirty="0"/>
              <a:t>Higher edit burst (0.58 vs 0.44) </a:t>
            </a:r>
          </a:p>
          <a:p>
            <a:pPr marL="0" indent="0">
              <a:buNone/>
            </a:pPr>
            <a:r>
              <a:rPr lang="ja-JP" altLang="en-US" dirty="0"/>
              <a:t>✔ </a:t>
            </a:r>
            <a:r>
              <a:rPr lang="en-US" dirty="0"/>
              <a:t>H1 supported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1B83D9-7A49-B800-082C-58EDB09EF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633" y="1027906"/>
            <a:ext cx="7562841" cy="52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9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77F7E9-3D3F-6A6C-518E-E3F54DE9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705" y="1428550"/>
            <a:ext cx="958593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4.Temporal Instability at the Day Level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9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62B0-BCF4-7AB1-E8E2-695A787F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43" y="18255"/>
            <a:ext cx="10515600" cy="1325563"/>
          </a:xfrm>
        </p:spPr>
        <p:txBody>
          <a:bodyPr/>
          <a:lstStyle/>
          <a:p>
            <a:r>
              <a:rPr lang="en-US" dirty="0"/>
              <a:t>Burst-related instability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7D0B0-C1D7-2C1E-2CB0-65EB6236F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34174" cy="4351338"/>
          </a:xfrm>
        </p:spPr>
        <p:txBody>
          <a:bodyPr/>
          <a:lstStyle/>
          <a:p>
            <a:r>
              <a:rPr lang="en-US" dirty="0"/>
              <a:t>Burst days: </a:t>
            </a:r>
          </a:p>
          <a:p>
            <a:pPr lvl="1"/>
            <a:r>
              <a:rPr lang="en-US" dirty="0"/>
              <a:t>LOWER in diversity pages </a:t>
            </a:r>
          </a:p>
          <a:p>
            <a:r>
              <a:rPr lang="en-US" dirty="0"/>
              <a:t>(0.019 vs 0.031) </a:t>
            </a:r>
          </a:p>
          <a:p>
            <a:r>
              <a:rPr lang="ja-JP" altLang="en-US" dirty="0"/>
              <a:t>✖ </a:t>
            </a:r>
            <a:r>
              <a:rPr lang="en-US" dirty="0"/>
              <a:t>H2 not supported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A9564-9CC8-B90E-CF4A-E9079BE35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522" y="1027906"/>
            <a:ext cx="8049936" cy="56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52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F8E3F-C459-2CCE-A8BE-918DBAE0C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05" y="1286344"/>
            <a:ext cx="919985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 Revert-related Instability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8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5616-CA18-4741-1B4C-1F1BD1AD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Revert-related instability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ECFB10-E262-FE24-3E61-5555CE5ED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261" y="1561465"/>
            <a:ext cx="6216197" cy="435133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A1D3DA-05BA-9487-9F3B-BEC06E171B7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25341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✖ </a:t>
            </a:r>
            <a:r>
              <a:rPr lang="en-US" dirty="0"/>
              <a:t>H3 not supported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21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64807-F64F-4AF9-67F2-8A34D388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985" y="100186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6. Mitigation Strategies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8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6DC7B-B233-0011-275C-E9928511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73" y="71255"/>
            <a:ext cx="10515600" cy="1325563"/>
          </a:xfrm>
        </p:spPr>
        <p:txBody>
          <a:bodyPr/>
          <a:lstStyle/>
          <a:p>
            <a:r>
              <a:rPr lang="en-US" dirty="0"/>
              <a:t>Mitigation Design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BC56-0357-BAC7-DCE3-0E5550B56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037" y="1396818"/>
            <a:ext cx="10515600" cy="5062501"/>
          </a:xfrm>
        </p:spPr>
        <p:txBody>
          <a:bodyPr>
            <a:noAutofit/>
          </a:bodyPr>
          <a:lstStyle/>
          <a:p>
            <a:r>
              <a:rPr lang="en-US" b="1" dirty="0"/>
              <a:t>Revert-focused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1) Revert filtered  2) Revert weighted</a:t>
            </a:r>
          </a:p>
          <a:p>
            <a:r>
              <a:rPr lang="en-US" b="1" dirty="0"/>
              <a:t>Burst-focused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3)Burst weighted  4) Event-day trimmed</a:t>
            </a:r>
          </a:p>
          <a:p>
            <a:r>
              <a:rPr lang="en-US" b="1" dirty="0"/>
              <a:t>Combined burst mitigation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5) Trim burst days, then </a:t>
            </a:r>
            <a:r>
              <a:rPr lang="en-US" dirty="0" err="1"/>
              <a:t>downweight</a:t>
            </a:r>
            <a:r>
              <a:rPr lang="en-US" dirty="0"/>
              <a:t> remaining bursty pages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Then,</a:t>
            </a:r>
            <a:r>
              <a:rPr lang="en-US" b="1" dirty="0"/>
              <a:t> </a:t>
            </a:r>
            <a:r>
              <a:rPr lang="en-US" dirty="0"/>
              <a:t>evaluate them on 2 outcome dimensions</a:t>
            </a:r>
          </a:p>
          <a:p>
            <a:r>
              <a:rPr lang="en-US" dirty="0"/>
              <a:t>Burst-related instability (mean edit burst) and revert-related instability (mean reverted-edit share)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B98CF1E6-FD06-3340-0F64-14DB63658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19" r="23739"/>
          <a:stretch>
            <a:fillRect/>
          </a:stretch>
        </p:blipFill>
        <p:spPr>
          <a:xfrm>
            <a:off x="11322667" y="-5443"/>
            <a:ext cx="934720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8148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0094-1A9C-7608-CBA9-BA85B2F4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196" y="18255"/>
            <a:ext cx="10515600" cy="1325563"/>
          </a:xfrm>
        </p:spPr>
        <p:txBody>
          <a:bodyPr/>
          <a:lstStyle/>
          <a:p>
            <a:r>
              <a:rPr lang="en-US" dirty="0"/>
              <a:t>Mitigation Strategy on Structural Instability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D1E3F-DFFB-71CD-6E65-2941EF4B8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4871720" cy="471392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/>
              <a:t>Burst-related instability </a:t>
            </a:r>
          </a:p>
          <a:p>
            <a:pPr marL="0" indent="0">
              <a:buNone/>
            </a:pPr>
            <a:r>
              <a:rPr lang="en-US" sz="3100" dirty="0"/>
              <a:t>= Editing is concentrated in a short period</a:t>
            </a:r>
          </a:p>
          <a:p>
            <a:pPr marL="0" indent="0">
              <a:buNone/>
            </a:pPr>
            <a:r>
              <a:rPr lang="en-US" sz="3100" b="1" dirty="0"/>
              <a:t>Y-axis: Mean Burst Measure (%)</a:t>
            </a:r>
          </a:p>
          <a:p>
            <a:pPr marL="0" indent="0">
              <a:buNone/>
            </a:pPr>
            <a:r>
              <a:rPr lang="en-US" sz="3100" dirty="0"/>
              <a:t>=Share of edits concentrated in the most active day</a:t>
            </a:r>
          </a:p>
          <a:p>
            <a:pPr marL="0" indent="0">
              <a:buNone/>
            </a:pPr>
            <a:r>
              <a:rPr lang="en-US" sz="3100" dirty="0"/>
              <a:t>Lower values → content is more stable and consistent</a:t>
            </a:r>
            <a:br>
              <a:rPr lang="en-US" sz="3100" dirty="0"/>
            </a:br>
            <a:endParaRPr lang="en-US" sz="3100" dirty="0"/>
          </a:p>
          <a:p>
            <a:pPr marL="0" indent="0">
              <a:buNone/>
            </a:pPr>
            <a:r>
              <a:rPr lang="en-US" sz="3100" b="1" dirty="0"/>
              <a:t>Key Result</a:t>
            </a:r>
          </a:p>
          <a:p>
            <a:r>
              <a:rPr lang="en-US" sz="3100" dirty="0"/>
              <a:t>Event-day trimming → strongest effect</a:t>
            </a:r>
            <a:endParaRPr lang="en-US" dirty="0"/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F5B749E-D5B4-B7D2-B85C-131709B1A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444" y="1208991"/>
            <a:ext cx="6589556" cy="461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93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D0E3-B0F8-5FDF-1E20-BC9C00CD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Effects on Revert-related Instability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D0A24F-53B0-40C0-0BB5-1F89B78B7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803" y="1405243"/>
            <a:ext cx="6216197" cy="435133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DB026EA-1AE9-E926-F893-8858F49FF097}"/>
              </a:ext>
            </a:extLst>
          </p:cNvPr>
          <p:cNvSpPr txBox="1">
            <a:spLocks/>
          </p:cNvSpPr>
          <p:nvPr/>
        </p:nvSpPr>
        <p:spPr>
          <a:xfrm>
            <a:off x="330199" y="1690688"/>
            <a:ext cx="6216197" cy="5032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Revert-related instability </a:t>
            </a:r>
          </a:p>
          <a:p>
            <a:pPr marL="0" indent="0">
              <a:buNone/>
            </a:pPr>
            <a:r>
              <a:rPr lang="en-US" dirty="0"/>
              <a:t>= Editors undo each other’s edits, indicating disagreement or conflict</a:t>
            </a:r>
          </a:p>
          <a:p>
            <a:pPr marL="0" indent="0">
              <a:buNone/>
            </a:pPr>
            <a:r>
              <a:rPr lang="en-US" b="1" dirty="0"/>
              <a:t>Y-axis: </a:t>
            </a:r>
            <a:r>
              <a:rPr lang="en-US" dirty="0"/>
              <a:t>Mean Reverted-Edit Share </a:t>
            </a:r>
            <a:r>
              <a:rPr lang="en-US" b="1" dirty="0"/>
              <a:t>(%)</a:t>
            </a:r>
          </a:p>
          <a:p>
            <a:pPr marL="0" indent="0">
              <a:buNone/>
            </a:pPr>
            <a:r>
              <a:rPr lang="en-US" dirty="0"/>
              <a:t>=Share of edits that are reverted </a:t>
            </a:r>
          </a:p>
          <a:p>
            <a:pPr marL="0" indent="0">
              <a:buNone/>
            </a:pPr>
            <a:r>
              <a:rPr lang="en-US" dirty="0"/>
              <a:t>Lower values → more stable and agreed content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Key Results</a:t>
            </a:r>
          </a:p>
          <a:p>
            <a:r>
              <a:rPr lang="en-US" dirty="0"/>
              <a:t>Revert filtering → reduces reverted share</a:t>
            </a:r>
          </a:p>
          <a:p>
            <a:r>
              <a:rPr lang="en-US" dirty="0"/>
              <a:t> Revert weighting → also effective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0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C32FD-06C8-E807-53FC-EFDF5884D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25" y="321144"/>
            <a:ext cx="868169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7. Discussion and Conclusion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3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7DAE-A216-7C1B-A640-5E678C06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F763A-3A6C-DBD6-E053-0273FDD1D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Key Insight</a:t>
            </a:r>
          </a:p>
          <a:p>
            <a:pPr marL="0" indent="0">
              <a:buNone/>
            </a:pPr>
            <a:r>
              <a:rPr lang="en-US" dirty="0"/>
              <a:t>Instability has multiple dimensions:</a:t>
            </a:r>
          </a:p>
          <a:p>
            <a:pPr lvl="1"/>
            <a:r>
              <a:rPr lang="en-US" dirty="0"/>
              <a:t>Conflict (reverts)</a:t>
            </a:r>
          </a:p>
          <a:p>
            <a:pPr lvl="1"/>
            <a:r>
              <a:rPr lang="en-US" dirty="0"/>
              <a:t>Temporal concentration (burstiness)</a:t>
            </a:r>
          </a:p>
          <a:p>
            <a:r>
              <a:rPr lang="en-US" b="1" dirty="0"/>
              <a:t>Result</a:t>
            </a:r>
          </a:p>
          <a:p>
            <a:pPr marL="0" indent="0">
              <a:buNone/>
            </a:pPr>
            <a:r>
              <a:rPr lang="en-US" dirty="0"/>
              <a:t>Burst-based methods → fix temporal instability</a:t>
            </a:r>
          </a:p>
          <a:p>
            <a:pPr marL="0" indent="0">
              <a:buNone/>
            </a:pPr>
            <a:r>
              <a:rPr lang="en-US" dirty="0"/>
              <a:t>Revert-based methods → fix conflict-related instability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Conclusion</a:t>
            </a:r>
          </a:p>
          <a:p>
            <a:pPr marL="0" indent="0">
              <a:buNone/>
            </a:pPr>
            <a:r>
              <a:rPr lang="en-US" dirty="0"/>
              <a:t>Effective mitigation requires </a:t>
            </a:r>
            <a:r>
              <a:rPr lang="en-US" b="1" dirty="0"/>
              <a:t>dimension-specific strategies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n abstract design with lines and financial symbols">
            <a:extLst>
              <a:ext uri="{FF2B5EF4-FFF2-40B4-BE49-F238E27FC236}">
                <a16:creationId xmlns:a16="http://schemas.microsoft.com/office/drawing/2014/main" id="{81F9C5D4-D8D2-4B74-5904-6B0E916ED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19" r="23739"/>
          <a:stretch>
            <a:fillRect/>
          </a:stretch>
        </p:blipFill>
        <p:spPr>
          <a:xfrm>
            <a:off x="9845037" y="0"/>
            <a:ext cx="234696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2367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680</Words>
  <Application>Microsoft Office PowerPoint</Application>
  <PresentationFormat>Widescreen</PresentationFormat>
  <Paragraphs>107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Instability as a Data Quality Issue in Wikipedia Evidence from Diversity-Related Topics in English Wikipedia</vt:lpstr>
      <vt:lpstr>1. Introduction</vt:lpstr>
      <vt:lpstr>Wikipedia as a Dynamic Data System </vt:lpstr>
      <vt:lpstr>Previous Literature</vt:lpstr>
      <vt:lpstr>Research Gap</vt:lpstr>
      <vt:lpstr>2. Data and Research Design</vt:lpstr>
      <vt:lpstr>Data sources and definition</vt:lpstr>
      <vt:lpstr>Research Questions and hypothesis</vt:lpstr>
      <vt:lpstr>Types of Instability </vt:lpstr>
      <vt:lpstr>3. Structural Instability at the Page Level </vt:lpstr>
      <vt:lpstr>Structural Instability</vt:lpstr>
      <vt:lpstr>4.Temporal Instability at the Day Level  </vt:lpstr>
      <vt:lpstr>Burst-related instability</vt:lpstr>
      <vt:lpstr>5. Revert-related Instability </vt:lpstr>
      <vt:lpstr>Revert-related instability</vt:lpstr>
      <vt:lpstr>6. Mitigation Strategies </vt:lpstr>
      <vt:lpstr>Mitigation Design and Evaluation</vt:lpstr>
      <vt:lpstr>Mitigation Strategy on Structural Instability</vt:lpstr>
      <vt:lpstr>Mitigation Effects on Revert-related Instability</vt:lpstr>
      <vt:lpstr>7. Discussion and Conclusion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安珠 山田</dc:creator>
  <cp:lastModifiedBy>安珠 山田</cp:lastModifiedBy>
  <cp:revision>1</cp:revision>
  <dcterms:created xsi:type="dcterms:W3CDTF">2026-04-20T10:43:19Z</dcterms:created>
  <dcterms:modified xsi:type="dcterms:W3CDTF">2026-04-20T14:51:03Z</dcterms:modified>
</cp:coreProperties>
</file>