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3" r:id="rId5"/>
    <p:sldId id="259" r:id="rId6"/>
    <p:sldId id="260" r:id="rId7"/>
    <p:sldId id="272" r:id="rId8"/>
    <p:sldId id="265" r:id="rId9"/>
    <p:sldId id="266" r:id="rId10"/>
    <p:sldId id="271" r:id="rId11"/>
    <p:sldId id="267" r:id="rId12"/>
    <p:sldId id="269" r:id="rId13"/>
    <p:sldId id="27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544894-D867-44A0-B68C-839EBDBEB325}" v="69" dt="2026-04-20T12:52:04.9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5" y="2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安珠 山田" userId="6e1c022d408fe718" providerId="LiveId" clId="{AB092387-110A-496A-ABD5-B0DDE6F9411E}"/>
    <pc:docChg chg="undo custSel addSld delSld modSld">
      <pc:chgData name="安珠 山田" userId="6e1c022d408fe718" providerId="LiveId" clId="{AB092387-110A-496A-ABD5-B0DDE6F9411E}" dt="2026-04-20T12:54:45.347" v="1044" actId="20577"/>
      <pc:docMkLst>
        <pc:docMk/>
      </pc:docMkLst>
      <pc:sldChg chg="addSp delSp modSp mod setBg setClrOvrMap delDesignElem">
        <pc:chgData name="安珠 山田" userId="6e1c022d408fe718" providerId="LiveId" clId="{AB092387-110A-496A-ABD5-B0DDE6F9411E}" dt="2026-04-20T12:40:58.220" v="969"/>
        <pc:sldMkLst>
          <pc:docMk/>
          <pc:sldMk cId="1130258644" sldId="256"/>
        </pc:sldMkLst>
        <pc:spChg chg="mod">
          <ac:chgData name="安珠 山田" userId="6e1c022d408fe718" providerId="LiveId" clId="{AB092387-110A-496A-ABD5-B0DDE6F9411E}" dt="2026-04-20T10:59:23.424" v="2" actId="26606"/>
          <ac:spMkLst>
            <pc:docMk/>
            <pc:sldMk cId="1130258644" sldId="256"/>
            <ac:spMk id="2" creationId="{406C7AC4-4F4B-E741-2539-17E51E3B09F4}"/>
          </ac:spMkLst>
        </pc:spChg>
        <pc:spChg chg="mod">
          <ac:chgData name="安珠 山田" userId="6e1c022d408fe718" providerId="LiveId" clId="{AB092387-110A-496A-ABD5-B0DDE6F9411E}" dt="2026-04-20T11:04:00.231" v="119"/>
          <ac:spMkLst>
            <pc:docMk/>
            <pc:sldMk cId="1130258644" sldId="256"/>
            <ac:spMk id="3" creationId="{2DCD06D3-3452-2A0F-E88E-E4621CB65CC2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130258644" sldId="256"/>
            <ac:spMk id="9" creationId="{71B2258F-86CA-4D4D-8270-BC05FCDEBFB3}"/>
          </ac:spMkLst>
        </pc:spChg>
        <pc:picChg chg="add">
          <ac:chgData name="安珠 山田" userId="6e1c022d408fe718" providerId="LiveId" clId="{AB092387-110A-496A-ABD5-B0DDE6F9411E}" dt="2026-04-20T10:59:23.424" v="2" actId="26606"/>
          <ac:picMkLst>
            <pc:docMk/>
            <pc:sldMk cId="1130258644" sldId="256"/>
            <ac:picMk id="5" creationId="{C8A05325-6EA6-50E4-8901-E016B7078EC6}"/>
          </ac:picMkLst>
        </pc:picChg>
      </pc:sldChg>
      <pc:sldChg chg="addSp delSp modSp mod setBg delDesignElem">
        <pc:chgData name="安珠 山田" userId="6e1c022d408fe718" providerId="LiveId" clId="{AB092387-110A-496A-ABD5-B0DDE6F9411E}" dt="2026-04-20T12:41:32.876" v="1008" actId="27636"/>
        <pc:sldMkLst>
          <pc:docMk/>
          <pc:sldMk cId="1840347464" sldId="257"/>
        </pc:sldMkLst>
        <pc:spChg chg="mod">
          <ac:chgData name="安珠 山田" userId="6e1c022d408fe718" providerId="LiveId" clId="{AB092387-110A-496A-ABD5-B0DDE6F9411E}" dt="2026-04-20T12:41:28.137" v="1004" actId="14100"/>
          <ac:spMkLst>
            <pc:docMk/>
            <pc:sldMk cId="1840347464" sldId="257"/>
            <ac:spMk id="2" creationId="{93171663-A1B5-B701-16CA-2EC42CAC31CB}"/>
          </ac:spMkLst>
        </pc:spChg>
        <pc:spChg chg="mod">
          <ac:chgData name="安珠 山田" userId="6e1c022d408fe718" providerId="LiveId" clId="{AB092387-110A-496A-ABD5-B0DDE6F9411E}" dt="2026-04-20T12:41:32.876" v="1008" actId="27636"/>
          <ac:spMkLst>
            <pc:docMk/>
            <pc:sldMk cId="1840347464" sldId="257"/>
            <ac:spMk id="4" creationId="{04B7E862-5663-D8AB-A598-B2C419F84245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840347464" sldId="257"/>
            <ac:spMk id="10" creationId="{C0763A76-9F1C-4FC5-82B7-DD475DA461B2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840347464" sldId="257"/>
            <ac:spMk id="12" creationId="{E81BF4F6-F2CF-4984-9D14-D6966D92F99F}"/>
          </ac:spMkLst>
        </pc:spChg>
        <pc:picChg chg="add del mod">
          <ac:chgData name="安珠 山田" userId="6e1c022d408fe718" providerId="LiveId" clId="{AB092387-110A-496A-ABD5-B0DDE6F9411E}" dt="2026-04-20T12:41:20.109" v="999" actId="478"/>
          <ac:picMkLst>
            <pc:docMk/>
            <pc:sldMk cId="1840347464" sldId="257"/>
            <ac:picMk id="6" creationId="{7263544E-3444-ECFF-ACA3-E85D156720D9}"/>
          </ac:picMkLst>
        </pc:picChg>
      </pc:sldChg>
      <pc:sldChg chg="modSp del mod">
        <pc:chgData name="安珠 山田" userId="6e1c022d408fe718" providerId="LiveId" clId="{AB092387-110A-496A-ABD5-B0DDE6F9411E}" dt="2026-04-20T11:06:29.392" v="223" actId="47"/>
        <pc:sldMkLst>
          <pc:docMk/>
          <pc:sldMk cId="4196737946" sldId="258"/>
        </pc:sldMkLst>
        <pc:spChg chg="mod">
          <ac:chgData name="安珠 山田" userId="6e1c022d408fe718" providerId="LiveId" clId="{AB092387-110A-496A-ABD5-B0DDE6F9411E}" dt="2026-04-20T11:04:25.995" v="169" actId="20577"/>
          <ac:spMkLst>
            <pc:docMk/>
            <pc:sldMk cId="4196737946" sldId="258"/>
            <ac:spMk id="2" creationId="{7FED7DA8-9908-BC6E-D710-CCEBA16999FF}"/>
          </ac:spMkLst>
        </pc:spChg>
        <pc:spChg chg="mod">
          <ac:chgData name="安珠 山田" userId="6e1c022d408fe718" providerId="LiveId" clId="{AB092387-110A-496A-ABD5-B0DDE6F9411E}" dt="2026-04-20T11:06:17.767" v="216" actId="20577"/>
          <ac:spMkLst>
            <pc:docMk/>
            <pc:sldMk cId="4196737946" sldId="258"/>
            <ac:spMk id="3" creationId="{EA9B4191-6CB7-CC8E-C9DB-ADB4E401F80B}"/>
          </ac:spMkLst>
        </pc:spChg>
      </pc:sldChg>
      <pc:sldChg chg="modSp mod">
        <pc:chgData name="安珠 山田" userId="6e1c022d408fe718" providerId="LiveId" clId="{AB092387-110A-496A-ABD5-B0DDE6F9411E}" dt="2026-04-20T12:40:58.220" v="969"/>
        <pc:sldMkLst>
          <pc:docMk/>
          <pc:sldMk cId="1158265319" sldId="259"/>
        </pc:sldMkLst>
        <pc:spChg chg="mod">
          <ac:chgData name="安珠 山田" userId="6e1c022d408fe718" providerId="LiveId" clId="{AB092387-110A-496A-ABD5-B0DDE6F9411E}" dt="2026-04-20T12:40:58.220" v="969"/>
          <ac:spMkLst>
            <pc:docMk/>
            <pc:sldMk cId="1158265319" sldId="259"/>
            <ac:spMk id="2" creationId="{B961D91C-29E1-5B83-29C7-AA15B3633000}"/>
          </ac:spMkLst>
        </pc:spChg>
        <pc:spChg chg="mod">
          <ac:chgData name="安珠 山田" userId="6e1c022d408fe718" providerId="LiveId" clId="{AB092387-110A-496A-ABD5-B0DDE6F9411E}" dt="2026-04-20T11:50:30.703" v="643" actId="255"/>
          <ac:spMkLst>
            <pc:docMk/>
            <pc:sldMk cId="1158265319" sldId="259"/>
            <ac:spMk id="3" creationId="{8AACE79D-E3B7-D355-C6F3-B51A1F635D84}"/>
          </ac:spMkLst>
        </pc:spChg>
      </pc:sldChg>
      <pc:sldChg chg="modSp mod">
        <pc:chgData name="安珠 山田" userId="6e1c022d408fe718" providerId="LiveId" clId="{AB092387-110A-496A-ABD5-B0DDE6F9411E}" dt="2026-04-20T12:40:58.220" v="969"/>
        <pc:sldMkLst>
          <pc:docMk/>
          <pc:sldMk cId="782421446" sldId="260"/>
        </pc:sldMkLst>
        <pc:spChg chg="mod">
          <ac:chgData name="安珠 山田" userId="6e1c022d408fe718" providerId="LiveId" clId="{AB092387-110A-496A-ABD5-B0DDE6F9411E}" dt="2026-04-20T12:40:58.220" v="969"/>
          <ac:spMkLst>
            <pc:docMk/>
            <pc:sldMk cId="782421446" sldId="260"/>
            <ac:spMk id="2" creationId="{5D6BA587-31F0-C5DF-3E83-73679EE3C4F7}"/>
          </ac:spMkLst>
        </pc:spChg>
        <pc:spChg chg="mod">
          <ac:chgData name="安珠 山田" userId="6e1c022d408fe718" providerId="LiveId" clId="{AB092387-110A-496A-ABD5-B0DDE6F9411E}" dt="2026-04-20T11:36:03.168" v="490" actId="1076"/>
          <ac:spMkLst>
            <pc:docMk/>
            <pc:sldMk cId="782421446" sldId="260"/>
            <ac:spMk id="3" creationId="{77F916F2-1FD0-99C1-6C45-9B55F34B57EC}"/>
          </ac:spMkLst>
        </pc:spChg>
      </pc:sldChg>
      <pc:sldChg chg="addSp delSp modSp mod setBg setClrOvrMap delDesignElem">
        <pc:chgData name="安珠 山田" userId="6e1c022d408fe718" providerId="LiveId" clId="{AB092387-110A-496A-ABD5-B0DDE6F9411E}" dt="2026-04-20T12:41:16.417" v="998" actId="20577"/>
        <pc:sldMkLst>
          <pc:docMk/>
          <pc:sldMk cId="1233281597" sldId="261"/>
        </pc:sldMkLst>
        <pc:spChg chg="mod">
          <ac:chgData name="安珠 山田" userId="6e1c022d408fe718" providerId="LiveId" clId="{AB092387-110A-496A-ABD5-B0DDE6F9411E}" dt="2026-04-20T11:03:04.380" v="98" actId="26606"/>
          <ac:spMkLst>
            <pc:docMk/>
            <pc:sldMk cId="1233281597" sldId="261"/>
            <ac:spMk id="2" creationId="{A2BA642C-95E3-AC95-9D5B-D14641D79ED3}"/>
          </ac:spMkLst>
        </pc:spChg>
        <pc:spChg chg="add del">
          <ac:chgData name="安珠 山田" userId="6e1c022d408fe718" providerId="LiveId" clId="{AB092387-110A-496A-ABD5-B0DDE6F9411E}" dt="2026-04-20T11:01:19.704" v="51" actId="26606"/>
          <ac:spMkLst>
            <pc:docMk/>
            <pc:sldMk cId="1233281597" sldId="261"/>
            <ac:spMk id="3" creationId="{0091777C-BF26-DFDD-7775-44D98E64EA15}"/>
          </ac:spMkLst>
        </pc:spChg>
        <pc:spChg chg="add mod">
          <ac:chgData name="安珠 山田" userId="6e1c022d408fe718" providerId="LiveId" clId="{AB092387-110A-496A-ABD5-B0DDE6F9411E}" dt="2026-04-20T12:41:16.417" v="998" actId="20577"/>
          <ac:spMkLst>
            <pc:docMk/>
            <pc:sldMk cId="1233281597" sldId="261"/>
            <ac:spMk id="4" creationId="{320FC8AA-A40B-7812-888A-2C1470D3A6B2}"/>
          </ac:spMkLst>
        </pc:spChg>
        <pc:spChg chg="add del">
          <ac:chgData name="安珠 山田" userId="6e1c022d408fe718" providerId="LiveId" clId="{AB092387-110A-496A-ABD5-B0DDE6F9411E}" dt="2026-04-20T11:03:04.380" v="98" actId="26606"/>
          <ac:spMkLst>
            <pc:docMk/>
            <pc:sldMk cId="1233281597" sldId="261"/>
            <ac:spMk id="8" creationId="{09588DA8-065E-4F6F-8EFD-43104AB2E0CF}"/>
          </ac:spMkLst>
        </pc:spChg>
        <pc:spChg chg="add del">
          <ac:chgData name="安珠 山田" userId="6e1c022d408fe718" providerId="LiveId" clId="{AB092387-110A-496A-ABD5-B0DDE6F9411E}" dt="2026-04-20T11:00:41.702" v="38" actId="26606"/>
          <ac:spMkLst>
            <pc:docMk/>
            <pc:sldMk cId="1233281597" sldId="261"/>
            <ac:spMk id="9" creationId="{BACC6370-2D7E-4714-9D71-7542949D7D5D}"/>
          </ac:spMkLst>
        </pc:spChg>
        <pc:spChg chg="add del">
          <ac:chgData name="安珠 山田" userId="6e1c022d408fe718" providerId="LiveId" clId="{AB092387-110A-496A-ABD5-B0DDE6F9411E}" dt="2026-04-20T11:00:38.674" v="36" actId="26606"/>
          <ac:spMkLst>
            <pc:docMk/>
            <pc:sldMk cId="1233281597" sldId="261"/>
            <ac:spMk id="10" creationId="{9228552E-C8B1-4A80-8448-0787CE0FC704}"/>
          </ac:spMkLst>
        </pc:spChg>
        <pc:spChg chg="add del">
          <ac:chgData name="安珠 山田" userId="6e1c022d408fe718" providerId="LiveId" clId="{AB092387-110A-496A-ABD5-B0DDE6F9411E}" dt="2026-04-20T11:00:41.702" v="38" actId="26606"/>
          <ac:spMkLst>
            <pc:docMk/>
            <pc:sldMk cId="1233281597" sldId="261"/>
            <ac:spMk id="11" creationId="{F68B3F68-107C-434F-AA38-110D5EA91B85}"/>
          </ac:spMkLst>
        </pc:spChg>
        <pc:spChg chg="add del">
          <ac:chgData name="安珠 山田" userId="6e1c022d408fe718" providerId="LiveId" clId="{AB092387-110A-496A-ABD5-B0DDE6F9411E}" dt="2026-04-20T11:00:41.702" v="38" actId="26606"/>
          <ac:spMkLst>
            <pc:docMk/>
            <pc:sldMk cId="1233281597" sldId="261"/>
            <ac:spMk id="13" creationId="{AAD0DBB9-1A4B-4391-81D4-CB19F9AB918A}"/>
          </ac:spMkLst>
        </pc:spChg>
        <pc:spChg chg="add del">
          <ac:chgData name="安珠 山田" userId="6e1c022d408fe718" providerId="LiveId" clId="{AB092387-110A-496A-ABD5-B0DDE6F9411E}" dt="2026-04-20T11:03:04.380" v="98" actId="26606"/>
          <ac:spMkLst>
            <pc:docMk/>
            <pc:sldMk cId="1233281597" sldId="261"/>
            <ac:spMk id="14" creationId="{4300840D-0A0B-4512-BACA-B439D5B9C57C}"/>
          </ac:spMkLst>
        </pc:spChg>
        <pc:spChg chg="add del">
          <ac:chgData name="安珠 山田" userId="6e1c022d408fe718" providerId="LiveId" clId="{AB092387-110A-496A-ABD5-B0DDE6F9411E}" dt="2026-04-20T11:00:41.702" v="38" actId="26606"/>
          <ac:spMkLst>
            <pc:docMk/>
            <pc:sldMk cId="1233281597" sldId="261"/>
            <ac:spMk id="15" creationId="{063BBA22-50EA-4C4D-BE05-F1CE4E63AA56}"/>
          </ac:spMkLst>
        </pc:spChg>
        <pc:spChg chg="add del">
          <ac:chgData name="安珠 山田" userId="6e1c022d408fe718" providerId="LiveId" clId="{AB092387-110A-496A-ABD5-B0DDE6F9411E}" dt="2026-04-20T11:03:04.380" v="98" actId="26606"/>
          <ac:spMkLst>
            <pc:docMk/>
            <pc:sldMk cId="1233281597" sldId="261"/>
            <ac:spMk id="16" creationId="{D2B78728-A580-49A7-84F9-6EF6F583ADE0}"/>
          </ac:spMkLst>
        </pc:spChg>
        <pc:spChg chg="add del">
          <ac:chgData name="安珠 山田" userId="6e1c022d408fe718" providerId="LiveId" clId="{AB092387-110A-496A-ABD5-B0DDE6F9411E}" dt="2026-04-20T11:00:42.894" v="40" actId="26606"/>
          <ac:spMkLst>
            <pc:docMk/>
            <pc:sldMk cId="1233281597" sldId="261"/>
            <ac:spMk id="17" creationId="{3ECBE1F1-D69B-4AFA-ABD5-8E41720EF6DE}"/>
          </ac:spMkLst>
        </pc:spChg>
        <pc:spChg chg="add del">
          <ac:chgData name="安珠 山田" userId="6e1c022d408fe718" providerId="LiveId" clId="{AB092387-110A-496A-ABD5-B0DDE6F9411E}" dt="2026-04-20T11:00:42.894" v="40" actId="26606"/>
          <ac:spMkLst>
            <pc:docMk/>
            <pc:sldMk cId="1233281597" sldId="261"/>
            <ac:spMk id="19" creationId="{603A6265-E10C-4B85-9C20-E75FCAF9CC63}"/>
          </ac:spMkLst>
        </pc:spChg>
        <pc:spChg chg="add del">
          <ac:chgData name="安珠 山田" userId="6e1c022d408fe718" providerId="LiveId" clId="{AB092387-110A-496A-ABD5-B0DDE6F9411E}" dt="2026-04-20T11:00:42.894" v="40" actId="26606"/>
          <ac:spMkLst>
            <pc:docMk/>
            <pc:sldMk cId="1233281597" sldId="261"/>
            <ac:spMk id="20" creationId="{0091777C-BF26-DFDD-7775-44D98E64EA15}"/>
          </ac:spMkLst>
        </pc:spChg>
        <pc:spChg chg="add del">
          <ac:chgData name="安珠 山田" userId="6e1c022d408fe718" providerId="LiveId" clId="{AB092387-110A-496A-ABD5-B0DDE6F9411E}" dt="2026-04-20T11:00:43.799" v="42" actId="26606"/>
          <ac:spMkLst>
            <pc:docMk/>
            <pc:sldMk cId="1233281597" sldId="261"/>
            <ac:spMk id="22" creationId="{9F7D5CDA-D291-4307-BF55-1381FED29634}"/>
          </ac:spMkLst>
        </pc:spChg>
        <pc:spChg chg="add del">
          <ac:chgData name="安珠 山田" userId="6e1c022d408fe718" providerId="LiveId" clId="{AB092387-110A-496A-ABD5-B0DDE6F9411E}" dt="2026-04-20T11:00:43.799" v="42" actId="26606"/>
          <ac:spMkLst>
            <pc:docMk/>
            <pc:sldMk cId="1233281597" sldId="261"/>
            <ac:spMk id="23" creationId="{0091777C-BF26-DFDD-7775-44D98E64EA15}"/>
          </ac:spMkLst>
        </pc:spChg>
        <pc:spChg chg="add del">
          <ac:chgData name="安珠 山田" userId="6e1c022d408fe718" providerId="LiveId" clId="{AB092387-110A-496A-ABD5-B0DDE6F9411E}" dt="2026-04-20T11:00:45.405" v="44" actId="26606"/>
          <ac:spMkLst>
            <pc:docMk/>
            <pc:sldMk cId="1233281597" sldId="261"/>
            <ac:spMk id="26" creationId="{C0763A76-9F1C-4FC5-82B7-DD475DA461B2}"/>
          </ac:spMkLst>
        </pc:spChg>
        <pc:spChg chg="add del">
          <ac:chgData name="安珠 山田" userId="6e1c022d408fe718" providerId="LiveId" clId="{AB092387-110A-496A-ABD5-B0DDE6F9411E}" dt="2026-04-20T11:00:45.405" v="44" actId="26606"/>
          <ac:spMkLst>
            <pc:docMk/>
            <pc:sldMk cId="1233281597" sldId="261"/>
            <ac:spMk id="27" creationId="{E81BF4F6-F2CF-4984-9D14-D6966D92F99F}"/>
          </ac:spMkLst>
        </pc:spChg>
        <pc:spChg chg="add del">
          <ac:chgData name="安珠 山田" userId="6e1c022d408fe718" providerId="LiveId" clId="{AB092387-110A-496A-ABD5-B0DDE6F9411E}" dt="2026-04-20T11:00:45.405" v="44" actId="26606"/>
          <ac:spMkLst>
            <pc:docMk/>
            <pc:sldMk cId="1233281597" sldId="261"/>
            <ac:spMk id="28" creationId="{0091777C-BF26-DFDD-7775-44D98E64EA15}"/>
          </ac:spMkLst>
        </pc:spChg>
        <pc:spChg chg="add del">
          <ac:chgData name="安珠 山田" userId="6e1c022d408fe718" providerId="LiveId" clId="{AB092387-110A-496A-ABD5-B0DDE6F9411E}" dt="2026-04-20T11:00:55.316" v="46" actId="26606"/>
          <ac:spMkLst>
            <pc:docMk/>
            <pc:sldMk cId="1233281597" sldId="261"/>
            <ac:spMk id="31" creationId="{9F7D5CDA-D291-4307-BF55-1381FED29634}"/>
          </ac:spMkLst>
        </pc:spChg>
        <pc:spChg chg="add del">
          <ac:chgData name="安珠 山田" userId="6e1c022d408fe718" providerId="LiveId" clId="{AB092387-110A-496A-ABD5-B0DDE6F9411E}" dt="2026-04-20T11:00:55.316" v="46" actId="26606"/>
          <ac:spMkLst>
            <pc:docMk/>
            <pc:sldMk cId="1233281597" sldId="261"/>
            <ac:spMk id="32" creationId="{0091777C-BF26-DFDD-7775-44D98E64EA15}"/>
          </ac:spMkLst>
        </pc:spChg>
        <pc:spChg chg="add del">
          <ac:chgData name="安珠 山田" userId="6e1c022d408fe718" providerId="LiveId" clId="{AB092387-110A-496A-ABD5-B0DDE6F9411E}" dt="2026-04-20T11:03:04.380" v="98" actId="26606"/>
          <ac:spMkLst>
            <pc:docMk/>
            <pc:sldMk cId="1233281597" sldId="261"/>
            <ac:spMk id="39" creationId="{C4285719-470E-454C-AF62-8323075F1F5B}"/>
          </ac:spMkLst>
        </pc:spChg>
        <pc:spChg chg="add del">
          <ac:chgData name="安珠 山田" userId="6e1c022d408fe718" providerId="LiveId" clId="{AB092387-110A-496A-ABD5-B0DDE6F9411E}" dt="2026-04-20T11:03:04.380" v="98" actId="26606"/>
          <ac:spMkLst>
            <pc:docMk/>
            <pc:sldMk cId="1233281597" sldId="261"/>
            <ac:spMk id="40" creationId="{CD9FE4EF-C4D8-49A0-B2FF-81D8DB7D8A24}"/>
          </ac:spMkLst>
        </pc:spChg>
        <pc:spChg chg="add">
          <ac:chgData name="安珠 山田" userId="6e1c022d408fe718" providerId="LiveId" clId="{AB092387-110A-496A-ABD5-B0DDE6F9411E}" dt="2026-04-20T11:01:19.704" v="51" actId="26606"/>
          <ac:spMkLst>
            <pc:docMk/>
            <pc:sldMk cId="1233281597" sldId="261"/>
            <ac:spMk id="41" creationId="{38FAA1A1-D861-433F-88FA-1E9D6FD31D11}"/>
          </ac:spMkLst>
        </pc:spChg>
        <pc:spChg chg="add">
          <ac:chgData name="安珠 山田" userId="6e1c022d408fe718" providerId="LiveId" clId="{AB092387-110A-496A-ABD5-B0DDE6F9411E}" dt="2026-04-20T11:01:19.704" v="51" actId="26606"/>
          <ac:spMkLst>
            <pc:docMk/>
            <pc:sldMk cId="1233281597" sldId="261"/>
            <ac:spMk id="42" creationId="{8D71EDA1-87BF-4D5D-AB79-F346FD19278A}"/>
          </ac:spMkLst>
        </pc:spChg>
        <pc:spChg chg="add mod">
          <ac:chgData name="安珠 山田" userId="6e1c022d408fe718" providerId="LiveId" clId="{AB092387-110A-496A-ABD5-B0DDE6F9411E}" dt="2026-04-20T12:41:09.744" v="973" actId="1076"/>
          <ac:spMkLst>
            <pc:docMk/>
            <pc:sldMk cId="1233281597" sldId="261"/>
            <ac:spMk id="43" creationId="{0091777C-BF26-DFDD-7775-44D98E64EA15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233281597" sldId="261"/>
            <ac:spMk id="48" creationId="{09588DA8-065E-4F6F-8EFD-43104AB2E0CF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233281597" sldId="261"/>
            <ac:spMk id="50" creationId="{C4285719-470E-454C-AF62-8323075F1F5B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233281597" sldId="261"/>
            <ac:spMk id="52" creationId="{CD9FE4EF-C4D8-49A0-B2FF-81D8DB7D8A24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233281597" sldId="261"/>
            <ac:spMk id="54" creationId="{4300840D-0A0B-4512-BACA-B439D5B9C57C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233281597" sldId="261"/>
            <ac:spMk id="56" creationId="{D2B78728-A580-49A7-84F9-6EF6F583ADE0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233281597" sldId="261"/>
            <ac:spMk id="58" creationId="{38FAA1A1-D861-433F-88FA-1E9D6FD31D11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233281597" sldId="261"/>
            <ac:spMk id="60" creationId="{8D71EDA1-87BF-4D5D-AB79-F346FD19278A}"/>
          </ac:spMkLst>
        </pc:spChg>
        <pc:graphicFrameChg chg="add del">
          <ac:chgData name="安珠 山田" userId="6e1c022d408fe718" providerId="LiveId" clId="{AB092387-110A-496A-ABD5-B0DDE6F9411E}" dt="2026-04-20T11:00:38.674" v="36" actId="26606"/>
          <ac:graphicFrameMkLst>
            <pc:docMk/>
            <pc:sldMk cId="1233281597" sldId="261"/>
            <ac:graphicFrameMk id="5" creationId="{07605BB4-30B0-2857-A6AC-5DD91787C0EE}"/>
          </ac:graphicFrameMkLst>
        </pc:graphicFrameChg>
        <pc:graphicFrameChg chg="add del">
          <ac:chgData name="安珠 山田" userId="6e1c022d408fe718" providerId="LiveId" clId="{AB092387-110A-496A-ABD5-B0DDE6F9411E}" dt="2026-04-20T11:00:41.702" v="38" actId="26606"/>
          <ac:graphicFrameMkLst>
            <pc:docMk/>
            <pc:sldMk cId="1233281597" sldId="261"/>
            <ac:graphicFrameMk id="12" creationId="{AA1A3AD1-B9BC-E8E9-D512-42231C090946}"/>
          </ac:graphicFrameMkLst>
        </pc:graphicFrameChg>
        <pc:graphicFrameChg chg="add del">
          <ac:chgData name="安珠 山田" userId="6e1c022d408fe718" providerId="LiveId" clId="{AB092387-110A-496A-ABD5-B0DDE6F9411E}" dt="2026-04-20T11:00:57.537" v="48" actId="26606"/>
          <ac:graphicFrameMkLst>
            <pc:docMk/>
            <pc:sldMk cId="1233281597" sldId="261"/>
            <ac:graphicFrameMk id="35" creationId="{C1581F63-93B0-01E0-8BA2-50E9A617B570}"/>
          </ac:graphicFrameMkLst>
        </pc:graphicFrameChg>
        <pc:graphicFrameChg chg="add del">
          <ac:chgData name="安珠 山田" userId="6e1c022d408fe718" providerId="LiveId" clId="{AB092387-110A-496A-ABD5-B0DDE6F9411E}" dt="2026-04-20T11:01:19.696" v="50" actId="26606"/>
          <ac:graphicFrameMkLst>
            <pc:docMk/>
            <pc:sldMk cId="1233281597" sldId="261"/>
            <ac:graphicFrameMk id="37" creationId="{43360A70-01A7-1405-0C10-04E07C8FF40E}"/>
          </ac:graphicFrameMkLst>
        </pc:graphicFrameChg>
        <pc:picChg chg="add del">
          <ac:chgData name="安珠 山田" userId="6e1c022d408fe718" providerId="LiveId" clId="{AB092387-110A-496A-ABD5-B0DDE6F9411E}" dt="2026-04-20T11:00:38.674" v="36" actId="26606"/>
          <ac:picMkLst>
            <pc:docMk/>
            <pc:sldMk cId="1233281597" sldId="261"/>
            <ac:picMk id="6" creationId="{D51A879B-BD54-057D-F033-35B40C30555D}"/>
          </ac:picMkLst>
        </pc:picChg>
        <pc:picChg chg="add del">
          <ac:chgData name="安珠 山田" userId="6e1c022d408fe718" providerId="LiveId" clId="{AB092387-110A-496A-ABD5-B0DDE6F9411E}" dt="2026-04-20T11:00:42.894" v="40" actId="26606"/>
          <ac:picMkLst>
            <pc:docMk/>
            <pc:sldMk cId="1233281597" sldId="261"/>
            <ac:picMk id="18" creationId="{208FF32C-90A8-3610-D6DC-29A132445708}"/>
          </ac:picMkLst>
        </pc:picChg>
        <pc:picChg chg="add del">
          <ac:chgData name="安珠 山田" userId="6e1c022d408fe718" providerId="LiveId" clId="{AB092387-110A-496A-ABD5-B0DDE6F9411E}" dt="2026-04-20T11:00:43.799" v="42" actId="26606"/>
          <ac:picMkLst>
            <pc:docMk/>
            <pc:sldMk cId="1233281597" sldId="261"/>
            <ac:picMk id="24" creationId="{6F1A7A22-4247-F4E3-C98E-C38AE8E583FD}"/>
          </ac:picMkLst>
        </pc:picChg>
        <pc:picChg chg="add del">
          <ac:chgData name="安珠 山田" userId="6e1c022d408fe718" providerId="LiveId" clId="{AB092387-110A-496A-ABD5-B0DDE6F9411E}" dt="2026-04-20T11:00:45.405" v="44" actId="26606"/>
          <ac:picMkLst>
            <pc:docMk/>
            <pc:sldMk cId="1233281597" sldId="261"/>
            <ac:picMk id="29" creationId="{B7263867-D270-80EB-5A82-44F0911E5B97}"/>
          </ac:picMkLst>
        </pc:picChg>
        <pc:picChg chg="add del">
          <ac:chgData name="安珠 山田" userId="6e1c022d408fe718" providerId="LiveId" clId="{AB092387-110A-496A-ABD5-B0DDE6F9411E}" dt="2026-04-20T11:00:55.316" v="46" actId="26606"/>
          <ac:picMkLst>
            <pc:docMk/>
            <pc:sldMk cId="1233281597" sldId="261"/>
            <ac:picMk id="33" creationId="{6F1A7A22-4247-F4E3-C98E-C38AE8E583FD}"/>
          </ac:picMkLst>
        </pc:picChg>
      </pc:sldChg>
      <pc:sldChg chg="del">
        <pc:chgData name="安珠 山田" userId="6e1c022d408fe718" providerId="LiveId" clId="{AB092387-110A-496A-ABD5-B0DDE6F9411E}" dt="2026-04-20T11:03:08.184" v="99" actId="47"/>
        <pc:sldMkLst>
          <pc:docMk/>
          <pc:sldMk cId="2660580807" sldId="262"/>
        </pc:sldMkLst>
      </pc:sldChg>
      <pc:sldChg chg="modSp mod">
        <pc:chgData name="安珠 山田" userId="6e1c022d408fe718" providerId="LiveId" clId="{AB092387-110A-496A-ABD5-B0DDE6F9411E}" dt="2026-04-20T12:40:58.220" v="969"/>
        <pc:sldMkLst>
          <pc:docMk/>
          <pc:sldMk cId="880069333" sldId="263"/>
        </pc:sldMkLst>
        <pc:spChg chg="mod">
          <ac:chgData name="安珠 山田" userId="6e1c022d408fe718" providerId="LiveId" clId="{AB092387-110A-496A-ABD5-B0DDE6F9411E}" dt="2026-04-20T12:40:58.220" v="969"/>
          <ac:spMkLst>
            <pc:docMk/>
            <pc:sldMk cId="880069333" sldId="263"/>
            <ac:spMk id="2" creationId="{E3E529B4-8B66-2146-D517-E4184924F6DC}"/>
          </ac:spMkLst>
        </pc:spChg>
        <pc:spChg chg="mod">
          <ac:chgData name="安珠 山田" userId="6e1c022d408fe718" providerId="LiveId" clId="{AB092387-110A-496A-ABD5-B0DDE6F9411E}" dt="2026-04-20T12:40:58.220" v="969"/>
          <ac:spMkLst>
            <pc:docMk/>
            <pc:sldMk cId="880069333" sldId="263"/>
            <ac:spMk id="3" creationId="{8AEE9574-25AB-2F00-7D57-7CD5A6B0966D}"/>
          </ac:spMkLst>
        </pc:spChg>
      </pc:sldChg>
      <pc:sldChg chg="modSp add del">
        <pc:chgData name="安珠 山田" userId="6e1c022d408fe718" providerId="LiveId" clId="{AB092387-110A-496A-ABD5-B0DDE6F9411E}" dt="2026-04-20T11:49:46.542" v="632" actId="47"/>
        <pc:sldMkLst>
          <pc:docMk/>
          <pc:sldMk cId="1273631839" sldId="264"/>
        </pc:sldMkLst>
        <pc:spChg chg="mod">
          <ac:chgData name="安珠 山田" userId="6e1c022d408fe718" providerId="LiveId" clId="{AB092387-110A-496A-ABD5-B0DDE6F9411E}" dt="2026-04-20T11:04:00.231" v="119"/>
          <ac:spMkLst>
            <pc:docMk/>
            <pc:sldMk cId="1273631839" sldId="264"/>
            <ac:spMk id="2" creationId="{37C630F8-FFCB-AF4E-60F7-EB93BD776565}"/>
          </ac:spMkLst>
        </pc:spChg>
        <pc:spChg chg="mod">
          <ac:chgData name="安珠 山田" userId="6e1c022d408fe718" providerId="LiveId" clId="{AB092387-110A-496A-ABD5-B0DDE6F9411E}" dt="2026-04-20T11:04:00.231" v="119"/>
          <ac:spMkLst>
            <pc:docMk/>
            <pc:sldMk cId="1273631839" sldId="264"/>
            <ac:spMk id="3" creationId="{A0E930CA-FAFD-C3D4-1019-EF1F371DD51E}"/>
          </ac:spMkLst>
        </pc:spChg>
      </pc:sldChg>
      <pc:sldChg chg="modSp mod">
        <pc:chgData name="安珠 山田" userId="6e1c022d408fe718" providerId="LiveId" clId="{AB092387-110A-496A-ABD5-B0DDE6F9411E}" dt="2026-04-20T12:54:45.347" v="1044" actId="20577"/>
        <pc:sldMkLst>
          <pc:docMk/>
          <pc:sldMk cId="2962889850" sldId="265"/>
        </pc:sldMkLst>
        <pc:spChg chg="mod">
          <ac:chgData name="安珠 山田" userId="6e1c022d408fe718" providerId="LiveId" clId="{AB092387-110A-496A-ABD5-B0DDE6F9411E}" dt="2026-04-20T11:51:38.137" v="670" actId="1076"/>
          <ac:spMkLst>
            <pc:docMk/>
            <pc:sldMk cId="2962889850" sldId="265"/>
            <ac:spMk id="2" creationId="{7BC3B823-16A0-5497-57BF-2E8D3ADC72B6}"/>
          </ac:spMkLst>
        </pc:spChg>
        <pc:spChg chg="mod">
          <ac:chgData name="安珠 山田" userId="6e1c022d408fe718" providerId="LiveId" clId="{AB092387-110A-496A-ABD5-B0DDE6F9411E}" dt="2026-04-20T12:54:45.347" v="1044" actId="20577"/>
          <ac:spMkLst>
            <pc:docMk/>
            <pc:sldMk cId="2962889850" sldId="265"/>
            <ac:spMk id="3" creationId="{B3C16688-C1D1-5287-E699-912532A1771C}"/>
          </ac:spMkLst>
        </pc:spChg>
        <pc:picChg chg="mod">
          <ac:chgData name="安珠 山田" userId="6e1c022d408fe718" providerId="LiveId" clId="{AB092387-110A-496A-ABD5-B0DDE6F9411E}" dt="2026-04-20T11:51:00.655" v="652" actId="1076"/>
          <ac:picMkLst>
            <pc:docMk/>
            <pc:sldMk cId="2962889850" sldId="265"/>
            <ac:picMk id="5" creationId="{A91B83D9-7A49-B800-082C-58EDB09EF9BC}"/>
          </ac:picMkLst>
        </pc:picChg>
      </pc:sldChg>
      <pc:sldChg chg="modSp mod">
        <pc:chgData name="安珠 山田" userId="6e1c022d408fe718" providerId="LiveId" clId="{AB092387-110A-496A-ABD5-B0DDE6F9411E}" dt="2026-04-20T12:46:07.506" v="1012" actId="113"/>
        <pc:sldMkLst>
          <pc:docMk/>
          <pc:sldMk cId="1084252157" sldId="266"/>
        </pc:sldMkLst>
        <pc:spChg chg="mod">
          <ac:chgData name="安珠 山田" userId="6e1c022d408fe718" providerId="LiveId" clId="{AB092387-110A-496A-ABD5-B0DDE6F9411E}" dt="2026-04-20T12:46:07.506" v="1012" actId="113"/>
          <ac:spMkLst>
            <pc:docMk/>
            <pc:sldMk cId="1084252157" sldId="266"/>
            <ac:spMk id="2" creationId="{E8EE62B0-BCF4-7AB1-E8E2-695A787F05E4}"/>
          </ac:spMkLst>
        </pc:spChg>
        <pc:spChg chg="mod">
          <ac:chgData name="安珠 山田" userId="6e1c022d408fe718" providerId="LiveId" clId="{AB092387-110A-496A-ABD5-B0DDE6F9411E}" dt="2026-04-20T11:51:29.736" v="668" actId="14100"/>
          <ac:spMkLst>
            <pc:docMk/>
            <pc:sldMk cId="1084252157" sldId="266"/>
            <ac:spMk id="3" creationId="{E427D0B0-C1D7-2C1E-2CB0-65EB6236FF24}"/>
          </ac:spMkLst>
        </pc:spChg>
        <pc:picChg chg="mod">
          <ac:chgData name="安珠 山田" userId="6e1c022d408fe718" providerId="LiveId" clId="{AB092387-110A-496A-ABD5-B0DDE6F9411E}" dt="2026-04-20T11:51:32.175" v="669" actId="1076"/>
          <ac:picMkLst>
            <pc:docMk/>
            <pc:sldMk cId="1084252157" sldId="266"/>
            <ac:picMk id="5" creationId="{8BEA9564-9CC8-B90E-CF4A-E9079BE35658}"/>
          </ac:picMkLst>
        </pc:picChg>
      </pc:sldChg>
      <pc:sldChg chg="addSp modSp mod">
        <pc:chgData name="安珠 山田" userId="6e1c022d408fe718" providerId="LiveId" clId="{AB092387-110A-496A-ABD5-B0DDE6F9411E}" dt="2026-04-20T12:30:25.945" v="826" actId="20577"/>
        <pc:sldMkLst>
          <pc:docMk/>
          <pc:sldMk cId="2415093881" sldId="267"/>
        </pc:sldMkLst>
        <pc:spChg chg="mod">
          <ac:chgData name="安珠 山田" userId="6e1c022d408fe718" providerId="LiveId" clId="{AB092387-110A-496A-ABD5-B0DDE6F9411E}" dt="2026-04-20T12:03:36.586" v="709" actId="113"/>
          <ac:spMkLst>
            <pc:docMk/>
            <pc:sldMk cId="2415093881" sldId="267"/>
            <ac:spMk id="2" creationId="{62830094-1A9C-7608-CBA9-BA85B2F4AD41}"/>
          </ac:spMkLst>
        </pc:spChg>
        <pc:spChg chg="mod">
          <ac:chgData name="安珠 山田" userId="6e1c022d408fe718" providerId="LiveId" clId="{AB092387-110A-496A-ABD5-B0DDE6F9411E}" dt="2026-04-20T12:30:25.945" v="826" actId="20577"/>
          <ac:spMkLst>
            <pc:docMk/>
            <pc:sldMk cId="2415093881" sldId="267"/>
            <ac:spMk id="3" creationId="{65ED1E3F-DFFB-71CD-6E65-2941EF4B8D45}"/>
          </ac:spMkLst>
        </pc:spChg>
        <pc:picChg chg="add mod">
          <ac:chgData name="安珠 山田" userId="6e1c022d408fe718" providerId="LiveId" clId="{AB092387-110A-496A-ABD5-B0DDE6F9411E}" dt="2026-04-20T12:03:11.888" v="704" actId="1076"/>
          <ac:picMkLst>
            <pc:docMk/>
            <pc:sldMk cId="2415093881" sldId="267"/>
            <ac:picMk id="4" creationId="{AF5B749E-D5B4-B7D2-B85C-131709B1A52E}"/>
          </ac:picMkLst>
        </pc:picChg>
      </pc:sldChg>
      <pc:sldChg chg="modSp del">
        <pc:chgData name="安珠 山田" userId="6e1c022d408fe718" providerId="LiveId" clId="{AB092387-110A-496A-ABD5-B0DDE6F9411E}" dt="2026-04-20T12:03:22.047" v="706" actId="47"/>
        <pc:sldMkLst>
          <pc:docMk/>
          <pc:sldMk cId="915695521" sldId="268"/>
        </pc:sldMkLst>
        <pc:spChg chg="mod">
          <ac:chgData name="安珠 山田" userId="6e1c022d408fe718" providerId="LiveId" clId="{AB092387-110A-496A-ABD5-B0DDE6F9411E}" dt="2026-04-20T11:04:00.231" v="119"/>
          <ac:spMkLst>
            <pc:docMk/>
            <pc:sldMk cId="915695521" sldId="268"/>
            <ac:spMk id="2" creationId="{53D357D0-7D4B-E5A6-4D32-FE94CD5D0C99}"/>
          </ac:spMkLst>
        </pc:spChg>
        <pc:picChg chg="mod">
          <ac:chgData name="安珠 山田" userId="6e1c022d408fe718" providerId="LiveId" clId="{AB092387-110A-496A-ABD5-B0DDE6F9411E}" dt="2026-04-20T11:04:00.231" v="119"/>
          <ac:picMkLst>
            <pc:docMk/>
            <pc:sldMk cId="915695521" sldId="268"/>
            <ac:picMk id="5" creationId="{F0F798DA-58B8-6E3D-58CA-B05A976185D5}"/>
          </ac:picMkLst>
        </pc:picChg>
      </pc:sldChg>
      <pc:sldChg chg="addSp delSp modSp mod">
        <pc:chgData name="安珠 山田" userId="6e1c022d408fe718" providerId="LiveId" clId="{AB092387-110A-496A-ABD5-B0DDE6F9411E}" dt="2026-04-20T12:40:58.220" v="969"/>
        <pc:sldMkLst>
          <pc:docMk/>
          <pc:sldMk cId="53960310" sldId="269"/>
        </pc:sldMkLst>
        <pc:spChg chg="mod">
          <ac:chgData name="安珠 山田" userId="6e1c022d408fe718" providerId="LiveId" clId="{AB092387-110A-496A-ABD5-B0DDE6F9411E}" dt="2026-04-20T12:40:58.220" v="969"/>
          <ac:spMkLst>
            <pc:docMk/>
            <pc:sldMk cId="53960310" sldId="269"/>
            <ac:spMk id="2" creationId="{7450D0E3-B0F8-5FDF-1E20-BC9C00CD8173}"/>
          </ac:spMkLst>
        </pc:spChg>
        <pc:spChg chg="add">
          <ac:chgData name="安珠 山田" userId="6e1c022d408fe718" providerId="LiveId" clId="{AB092387-110A-496A-ABD5-B0DDE6F9411E}" dt="2026-04-20T12:07:14.198" v="733"/>
          <ac:spMkLst>
            <pc:docMk/>
            <pc:sldMk cId="53960310" sldId="269"/>
            <ac:spMk id="6" creationId="{6DD7252D-2D81-9373-5B52-D0C071424497}"/>
          </ac:spMkLst>
        </pc:spChg>
        <pc:spChg chg="add del mod">
          <ac:chgData name="安珠 山田" userId="6e1c022d408fe718" providerId="LiveId" clId="{AB092387-110A-496A-ABD5-B0DDE6F9411E}" dt="2026-04-20T12:07:42.220" v="740" actId="478"/>
          <ac:spMkLst>
            <pc:docMk/>
            <pc:sldMk cId="53960310" sldId="269"/>
            <ac:spMk id="7" creationId="{8C20AD9C-BE6E-CEE0-DD38-E388E9F78E54}"/>
          </ac:spMkLst>
        </pc:spChg>
        <pc:spChg chg="add">
          <ac:chgData name="安珠 山田" userId="6e1c022d408fe718" providerId="LiveId" clId="{AB092387-110A-496A-ABD5-B0DDE6F9411E}" dt="2026-04-20T12:07:19.535" v="735"/>
          <ac:spMkLst>
            <pc:docMk/>
            <pc:sldMk cId="53960310" sldId="269"/>
            <ac:spMk id="8" creationId="{83977D4C-D8A6-95D7-EFB8-D4501F502366}"/>
          </ac:spMkLst>
        </pc:spChg>
        <pc:spChg chg="add">
          <ac:chgData name="安珠 山田" userId="6e1c022d408fe718" providerId="LiveId" clId="{AB092387-110A-496A-ABD5-B0DDE6F9411E}" dt="2026-04-20T12:07:24.243" v="736"/>
          <ac:spMkLst>
            <pc:docMk/>
            <pc:sldMk cId="53960310" sldId="269"/>
            <ac:spMk id="9" creationId="{C3ACC430-1A21-E11A-CB63-7E45FFD357F9}"/>
          </ac:spMkLst>
        </pc:spChg>
        <pc:spChg chg="add">
          <ac:chgData name="安珠 山田" userId="6e1c022d408fe718" providerId="LiveId" clId="{AB092387-110A-496A-ABD5-B0DDE6F9411E}" dt="2026-04-20T12:07:32.229" v="738"/>
          <ac:spMkLst>
            <pc:docMk/>
            <pc:sldMk cId="53960310" sldId="269"/>
            <ac:spMk id="10" creationId="{1F21D23F-0519-5F25-AD02-320AB86E35D3}"/>
          </ac:spMkLst>
        </pc:spChg>
        <pc:spChg chg="add">
          <ac:chgData name="安珠 山田" userId="6e1c022d408fe718" providerId="LiveId" clId="{AB092387-110A-496A-ABD5-B0DDE6F9411E}" dt="2026-04-20T12:07:39.861" v="739"/>
          <ac:spMkLst>
            <pc:docMk/>
            <pc:sldMk cId="53960310" sldId="269"/>
            <ac:spMk id="11" creationId="{AAA04E7C-3AFF-88CB-A35B-6E087D1EC9E5}"/>
          </ac:spMkLst>
        </pc:spChg>
        <pc:spChg chg="add mod">
          <ac:chgData name="安珠 山田" userId="6e1c022d408fe718" providerId="LiveId" clId="{AB092387-110A-496A-ABD5-B0DDE6F9411E}" dt="2026-04-20T12:30:17.911" v="824" actId="27636"/>
          <ac:spMkLst>
            <pc:docMk/>
            <pc:sldMk cId="53960310" sldId="269"/>
            <ac:spMk id="12" creationId="{DDB026EA-1AE9-E926-F893-8858F49FF097}"/>
          </ac:spMkLst>
        </pc:spChg>
        <pc:picChg chg="mod">
          <ac:chgData name="安珠 山田" userId="6e1c022d408fe718" providerId="LiveId" clId="{AB092387-110A-496A-ABD5-B0DDE6F9411E}" dt="2026-04-20T12:06:43.049" v="721" actId="1076"/>
          <ac:picMkLst>
            <pc:docMk/>
            <pc:sldMk cId="53960310" sldId="269"/>
            <ac:picMk id="5" creationId="{89D0A24F-53B0-40C0-0BB5-1F89B78B709C}"/>
          </ac:picMkLst>
        </pc:picChg>
      </pc:sldChg>
      <pc:sldChg chg="modSp mod">
        <pc:chgData name="安珠 山田" userId="6e1c022d408fe718" providerId="LiveId" clId="{AB092387-110A-496A-ABD5-B0DDE6F9411E}" dt="2026-04-20T12:40:58.220" v="969"/>
        <pc:sldMkLst>
          <pc:docMk/>
          <pc:sldMk cId="1642367859" sldId="270"/>
        </pc:sldMkLst>
        <pc:spChg chg="mod">
          <ac:chgData name="安珠 山田" userId="6e1c022d408fe718" providerId="LiveId" clId="{AB092387-110A-496A-ABD5-B0DDE6F9411E}" dt="2026-04-20T12:40:58.220" v="969"/>
          <ac:spMkLst>
            <pc:docMk/>
            <pc:sldMk cId="1642367859" sldId="270"/>
            <ac:spMk id="2" creationId="{8DB67DAE-A216-7C1B-A640-5E678C063482}"/>
          </ac:spMkLst>
        </pc:spChg>
        <pc:spChg chg="mod">
          <ac:chgData name="安珠 山田" userId="6e1c022d408fe718" providerId="LiveId" clId="{AB092387-110A-496A-ABD5-B0DDE6F9411E}" dt="2026-04-20T12:40:58.220" v="969"/>
          <ac:spMkLst>
            <pc:docMk/>
            <pc:sldMk cId="1642367859" sldId="270"/>
            <ac:spMk id="3" creationId="{757F763A-3A6C-DBD6-E053-0273FDD1D0C0}"/>
          </ac:spMkLst>
        </pc:spChg>
      </pc:sldChg>
      <pc:sldChg chg="modSp new mod">
        <pc:chgData name="安珠 山田" userId="6e1c022d408fe718" providerId="LiveId" clId="{AB092387-110A-496A-ABD5-B0DDE6F9411E}" dt="2026-04-20T12:34:07.865" v="941" actId="1076"/>
        <pc:sldMkLst>
          <pc:docMk/>
          <pc:sldMk cId="3078148418" sldId="271"/>
        </pc:sldMkLst>
        <pc:spChg chg="mod">
          <ac:chgData name="安珠 山田" userId="6e1c022d408fe718" providerId="LiveId" clId="{AB092387-110A-496A-ABD5-B0DDE6F9411E}" dt="2026-04-20T12:34:07.865" v="941" actId="1076"/>
          <ac:spMkLst>
            <pc:docMk/>
            <pc:sldMk cId="3078148418" sldId="271"/>
            <ac:spMk id="2" creationId="{C8D6DC7B-B233-0011-275C-E9928511F359}"/>
          </ac:spMkLst>
        </pc:spChg>
        <pc:spChg chg="mod">
          <ac:chgData name="安珠 山田" userId="6e1c022d408fe718" providerId="LiveId" clId="{AB092387-110A-496A-ABD5-B0DDE6F9411E}" dt="2026-04-20T12:34:02.342" v="940" actId="255"/>
          <ac:spMkLst>
            <pc:docMk/>
            <pc:sldMk cId="3078148418" sldId="271"/>
            <ac:spMk id="3" creationId="{328ABC56-0357-BAC7-DCE3-0E5550B5696E}"/>
          </ac:spMkLst>
        </pc:spChg>
      </pc:sldChg>
      <pc:sldChg chg="modSp new mod">
        <pc:chgData name="安珠 山田" userId="6e1c022d408fe718" providerId="LiveId" clId="{AB092387-110A-496A-ABD5-B0DDE6F9411E}" dt="2026-04-20T12:52:35.995" v="1043" actId="20577"/>
        <pc:sldMkLst>
          <pc:docMk/>
          <pc:sldMk cId="1468670142" sldId="272"/>
        </pc:sldMkLst>
        <pc:spChg chg="mod">
          <ac:chgData name="安珠 山田" userId="6e1c022d408fe718" providerId="LiveId" clId="{AB092387-110A-496A-ABD5-B0DDE6F9411E}" dt="2026-04-20T12:52:35.995" v="1043" actId="20577"/>
          <ac:spMkLst>
            <pc:docMk/>
            <pc:sldMk cId="1468670142" sldId="272"/>
            <ac:spMk id="3" creationId="{D56F124D-E98D-5B2B-4CB6-C1C396A61AC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72AE4-50C4-D28D-4559-3A33C7DD53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8FB319-10CA-D5C9-6856-84925B07E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7AA45-12D1-2DD3-0151-D47B7E1E1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CD610F-BE65-6689-91E4-637C66874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51506F-B1CF-5E94-6040-21918F01B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508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4CCD0-B7C3-5A40-660F-6CDBC97FC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428CF-D3CE-A7E5-86A8-E70DC25234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338FA-DA01-13ED-F05C-E95F54BE0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EE29CD-8A7E-4BCF-5139-DCA9F344D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41EA6F-B49A-E4CB-B77E-76DC6551B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572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FEDB3-3571-034E-8016-D0EE7EDF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7ED80D-70EB-B71A-10FA-B1DDC25CE9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8F35D1-812C-6E49-CB7C-0F6E91269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C95EB6-F965-22B9-B35D-738BA4BF2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2F3525-0000-B493-5D92-61FA9C47F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283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19BE2-3752-EE2B-E949-3A5B4D27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24855-555A-812E-C350-21537C0A06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70CA03-B8B8-1CE9-35AA-6677CBC687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895574-8514-399F-85D1-597DA4A66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1A2BA9-FDCB-82AB-7919-97598552D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8C4528-2589-E593-35F1-8AD909EC1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2620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4A36C-10DA-E6E6-04C1-B0B2180F3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4B904F-589D-2C83-3FFC-8F3937BB44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F51E9F-7416-769E-C619-2949052C95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1CBFC6-B4F3-2720-539A-E1013EDBFB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AFB4C-4150-7CF7-9F3B-A9A94BD40C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9A5C2-A5FF-2128-11A1-2681DA820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3BB991-04A4-CC45-2ECE-C5B20AB4D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090D1-21DD-E04C-A43A-FD59698D8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243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1C5A0-BCF5-3911-3908-1A7ADE290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3F7FB3-E92A-0C74-7E30-9AACD8C45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90F78B-92AA-DAE5-9BFD-E1FA067E1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27F9F2-A152-989F-72D6-A21928BC7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461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7790D0-AA2A-5E05-8F87-2ECC83412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D6743A-40F4-ED4D-E94E-90A170515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AEA12A-F672-29AA-85D3-070CE45DF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414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BCFAE-FB32-ABA1-A2F3-E54C97DB6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EB040-F7E5-9550-8A46-C87C5B660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F9A414-4E5C-0308-3943-9B50DA21A5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68C085-21AA-BF0C-91CD-E3A39DABD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D448D2-8A67-F77B-848D-9B57D5317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4D0F43-E8FF-AB76-1D56-3C5A956DF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6118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E2C3C-20FA-8697-F9CB-8D3954474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91CF04-2BD4-4806-4FBB-49B943B86C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F1D40F-B32F-8204-7DCE-56D26E59B9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0652D3-AE36-DC13-0229-7F7654E77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015D18-5386-1BD7-5D75-8D6D53790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74950B-1C02-1BC0-37A5-424E39D3C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591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B6FDA-C5AD-D54A-1B12-8366E4A92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E41515-B94E-E2E9-75B3-B72FCE56E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29DFAF-172C-BA94-CA0D-FC16FF59D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5BA62E-F203-F7E6-2C70-DFEE6C0EA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0846DC-D43C-4494-082A-5600AB576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568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ABE2AF-8E37-0EF5-6638-35C244C590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8687E7-14C4-AFF3-E666-824DE681DF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D8F49-95B7-6F34-9DF1-DE8EBAEA3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6C68D-3866-64CE-F094-204E0B37D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4C75F-E505-EDDA-7B4F-CC9EE032D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4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CCB9E5-3B8F-D26D-92FA-73E456609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484EEF-00D7-3094-749E-DF62869E45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123E8-E87B-A67F-391D-FDF7EB59BF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5B7A4A-1B97-4E82-9A34-BBE6CA298B6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BAF89-288A-4F84-5321-183E914E48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BF839E-2FBD-8D57-C71E-BC219F89A2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124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ight blue 3D cubes suspended on the air with a dark blue 3D cube on the surface">
            <a:extLst>
              <a:ext uri="{FF2B5EF4-FFF2-40B4-BE49-F238E27FC236}">
                <a16:creationId xmlns:a16="http://schemas.microsoft.com/office/drawing/2014/main" id="{C8A05325-6EA6-50E4-8901-E016B7078EC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06C7AC4-4F4B-E741-2539-17E51E3B09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Instability as a Data Quality Issue in Wikipedia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CD06D3-3452-2A0F-E88E-E4621CB65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en-US" sz="1700" dirty="0">
                <a:solidFill>
                  <a:srgbClr val="FFFFFF"/>
                </a:solidFill>
              </a:rPr>
              <a:t>Evidence from Diversity-Related Topics in English Wikipedia</a:t>
            </a:r>
          </a:p>
          <a:p>
            <a:r>
              <a:rPr lang="en-US" sz="1700" dirty="0">
                <a:solidFill>
                  <a:srgbClr val="FFFFFF"/>
                </a:solidFill>
              </a:rPr>
              <a:t>Anju Yamada</a:t>
            </a:r>
          </a:p>
          <a:p>
            <a:r>
              <a:rPr lang="en-US" sz="1700" dirty="0">
                <a:solidFill>
                  <a:srgbClr val="FFFFFF"/>
                </a:solidFill>
              </a:rPr>
              <a:t>KODAQS Cohort 2</a:t>
            </a:r>
          </a:p>
          <a:p>
            <a:endParaRPr lang="en-US" sz="17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02586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71663-A1B5-B701-16CA-2EC42CAC3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2" y="1071650"/>
            <a:ext cx="8445807" cy="1033987"/>
          </a:xfrm>
        </p:spPr>
        <p:txBody>
          <a:bodyPr anchor="ctr">
            <a:normAutofit fontScale="90000"/>
          </a:bodyPr>
          <a:lstStyle/>
          <a:p>
            <a:r>
              <a:rPr lang="en-US" sz="4000" b="1" dirty="0"/>
              <a:t>Wikipedia as a Dynamic Data System</a:t>
            </a:r>
            <a:br>
              <a:rPr lang="en-US" sz="4000" b="1" dirty="0"/>
            </a:br>
            <a:br>
              <a:rPr lang="en-US" altLang="ja-JP" sz="3700" dirty="0"/>
            </a:br>
            <a:endParaRPr lang="en-US" sz="37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4B7E862-5663-D8AB-A598-B2C419F8424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08738" y="1796995"/>
            <a:ext cx="9321223" cy="433285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sz="3200" b="1" dirty="0"/>
          </a:p>
          <a:p>
            <a:r>
              <a:rPr lang="en-US" sz="3200" dirty="0"/>
              <a:t>Article quality is not fixed but continuously evolving</a:t>
            </a:r>
          </a:p>
          <a:p>
            <a:r>
              <a:rPr lang="en-US" sz="3200" dirty="0"/>
              <a:t>Open and collaborative editing leads to temporal variation</a:t>
            </a:r>
            <a:br>
              <a:rPr lang="en-US" sz="3200" dirty="0"/>
            </a:br>
            <a:r>
              <a:rPr lang="en-US" sz="3200" dirty="0"/>
              <a:t>(</a:t>
            </a:r>
            <a:r>
              <a:rPr lang="en-US" sz="3200" dirty="0" err="1"/>
              <a:t>Moás</a:t>
            </a:r>
            <a:r>
              <a:rPr lang="en-US" sz="3200" dirty="0"/>
              <a:t> &amp; Lopes, 2024)</a:t>
            </a:r>
          </a:p>
          <a:p>
            <a:r>
              <a:rPr lang="en-US" sz="3200" dirty="0"/>
              <a:t>Revision history and editing behavior are key quality indicators</a:t>
            </a:r>
            <a:br>
              <a:rPr lang="en-US" sz="3200" dirty="0"/>
            </a:br>
            <a:r>
              <a:rPr lang="en-US" sz="3200" dirty="0"/>
              <a:t>(Raman et al., 2020; Zeng et al., 2006)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03474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A642C-95E3-AC95-9D5B-D14641D79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Previous Literature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0091777C-BF26-DFDD-7775-44D98E64E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1344" y="1031874"/>
            <a:ext cx="8966355" cy="5546047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sz="2400" b="1" dirty="0"/>
              <a:t>Social Interaction and Conflict</a:t>
            </a:r>
          </a:p>
          <a:p>
            <a:r>
              <a:rPr lang="en-US" sz="2400" dirty="0"/>
              <a:t>Editing is shaped by collaboration and disagreement</a:t>
            </a:r>
          </a:p>
          <a:p>
            <a:r>
              <a:rPr lang="en-US" sz="2400" dirty="0"/>
              <a:t>Mutual reverts signal contested knowledge production</a:t>
            </a:r>
            <a:br>
              <a:rPr lang="en-US" sz="2400" dirty="0"/>
            </a:br>
            <a:r>
              <a:rPr lang="en-US" sz="2400" dirty="0"/>
              <a:t>(Sumi &amp; </a:t>
            </a:r>
            <a:r>
              <a:rPr lang="en-US" sz="2400" dirty="0" err="1"/>
              <a:t>Yasseri</a:t>
            </a:r>
            <a:r>
              <a:rPr lang="en-US" sz="2400" dirty="0"/>
              <a:t>, 2011)</a:t>
            </a:r>
          </a:p>
          <a:p>
            <a:pPr marL="0" indent="0">
              <a:buNone/>
            </a:pPr>
            <a:r>
              <a:rPr lang="en-US" sz="2400" b="1" dirty="0"/>
              <a:t>Temporal Dynamics (Burstiness)</a:t>
            </a:r>
          </a:p>
          <a:p>
            <a:r>
              <a:rPr lang="en-US" sz="2400" dirty="0"/>
              <a:t>Human activity is uneven and temporally concentrated</a:t>
            </a:r>
          </a:p>
          <a:p>
            <a:r>
              <a:rPr lang="en-US" sz="2400" dirty="0"/>
              <a:t>Wikipedia editing follows bursty patterns</a:t>
            </a:r>
            <a:br>
              <a:rPr lang="en-US" sz="2400" dirty="0"/>
            </a:br>
            <a:r>
              <a:rPr lang="en-US" sz="2400" dirty="0"/>
              <a:t>(</a:t>
            </a:r>
            <a:r>
              <a:rPr lang="en-US" sz="2400" dirty="0" err="1"/>
              <a:t>Barabási</a:t>
            </a:r>
            <a:r>
              <a:rPr lang="en-US" sz="2400" dirty="0"/>
              <a:t>, 2005; Choi et al., 2021)</a:t>
            </a:r>
          </a:p>
          <a:p>
            <a:pPr marL="0" indent="0">
              <a:buNone/>
            </a:pPr>
            <a:r>
              <a:rPr lang="en-US" sz="2400" b="1" dirty="0"/>
              <a:t>Bias and Topic-Specific Dynamics</a:t>
            </a:r>
          </a:p>
          <a:p>
            <a:r>
              <a:rPr lang="en-US" sz="2400" dirty="0"/>
              <a:t>Systematic biases exist (e.g., gender, diversity)</a:t>
            </a:r>
          </a:p>
          <a:p>
            <a:r>
              <a:rPr lang="en-US" sz="2400" dirty="0"/>
              <a:t>Diversity-related topics receive uneven attention</a:t>
            </a:r>
            <a:br>
              <a:rPr lang="en-US" sz="2400" dirty="0"/>
            </a:br>
            <a:r>
              <a:rPr lang="en-US" sz="2400" dirty="0"/>
              <a:t>(Reagle &amp; Rhue, 2011; </a:t>
            </a:r>
            <a:r>
              <a:rPr lang="en-US" sz="2400" dirty="0" err="1"/>
              <a:t>Graells</a:t>
            </a:r>
            <a:r>
              <a:rPr lang="en-US" sz="2400" dirty="0"/>
              <a:t>-Garrido et al., 2015; </a:t>
            </a:r>
          </a:p>
          <a:p>
            <a:r>
              <a:rPr lang="en-US" sz="2400" dirty="0"/>
              <a:t>Sun &amp; Peng, 2021)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0FC8AA-A40B-7812-888A-2C1470D3A6B2}"/>
              </a:ext>
            </a:extLst>
          </p:cNvPr>
          <p:cNvSpPr txBox="1">
            <a:spLocks/>
          </p:cNvSpPr>
          <p:nvPr/>
        </p:nvSpPr>
        <p:spPr>
          <a:xfrm>
            <a:off x="466722" y="3924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Previous Literature</a:t>
            </a:r>
          </a:p>
        </p:txBody>
      </p:sp>
    </p:spTree>
    <p:extLst>
      <p:ext uri="{BB962C8B-B14F-4D97-AF65-F5344CB8AC3E}">
        <p14:creationId xmlns:p14="http://schemas.microsoft.com/office/powerpoint/2010/main" val="1233281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529B4-8B66-2146-D517-E4184924F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Gap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EE9574-25AB-2F00-7D57-7CD5A6B09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dirty="0"/>
              <a:t>Prior research focuses on content quality (accuracy, bias) and revision metrics (edits, reverts)</a:t>
            </a:r>
          </a:p>
          <a:p>
            <a:pPr marL="0" indent="0">
              <a:buNone/>
            </a:pPr>
            <a:r>
              <a:rPr lang="en-US" sz="3200" b="1" dirty="0"/>
              <a:t>Less attention to:</a:t>
            </a:r>
            <a:br>
              <a:rPr lang="en-US" sz="3200" dirty="0"/>
            </a:br>
            <a:r>
              <a:rPr lang="en-US" sz="3200" dirty="0"/>
              <a:t>Temporal stability and Topic-related analysis in instability</a:t>
            </a:r>
          </a:p>
          <a:p>
            <a:pPr marL="0" indent="0">
              <a:buNone/>
            </a:pPr>
            <a:r>
              <a:rPr lang="en-US" sz="3200" b="1" dirty="0"/>
              <a:t>This Study Examines:</a:t>
            </a:r>
          </a:p>
          <a:p>
            <a:pPr lvl="1"/>
            <a:r>
              <a:rPr lang="en-US" sz="3200" dirty="0"/>
              <a:t>Revert-related instability</a:t>
            </a:r>
          </a:p>
          <a:p>
            <a:pPr lvl="1"/>
            <a:r>
              <a:rPr lang="en-US" sz="3200" dirty="0"/>
              <a:t>Bursty editing dynamics</a:t>
            </a:r>
          </a:p>
          <a:p>
            <a:pPr lvl="1"/>
            <a:r>
              <a:rPr lang="en-US" sz="3200" dirty="0"/>
              <a:t>Temporal concentration of edits</a:t>
            </a:r>
          </a:p>
          <a:p>
            <a:endParaRPr lang="en-US" sz="3200" dirty="0"/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8800693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1D91C-29E1-5B83-29C7-AA15B3633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Questions and 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CE79D-E3B7-D355-C6F3-B51A1F635D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531" y="1421935"/>
            <a:ext cx="11275503" cy="5436065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b="1" dirty="0"/>
              <a:t>RQ1: Are diversity-related pages more unstable?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b="1" dirty="0"/>
              <a:t>RQ2: What type of instability dominates?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600" b="1" dirty="0"/>
              <a:t>1) Structural instability (page level) = </a:t>
            </a:r>
            <a:r>
              <a:rPr lang="en-US" sz="2600" dirty="0"/>
              <a:t>Concentration of edits across days</a:t>
            </a:r>
            <a:br>
              <a:rPr lang="en-US" sz="2600" dirty="0"/>
            </a:br>
            <a:r>
              <a:rPr lang="en-US" sz="2600" dirty="0"/>
              <a:t>     </a:t>
            </a:r>
            <a:r>
              <a:rPr lang="en-US" sz="2600" b="1" dirty="0"/>
              <a:t>H1:</a:t>
            </a:r>
            <a:r>
              <a:rPr lang="en-US" sz="2600" dirty="0"/>
              <a:t> Diversity-related pages show stronger editing bursts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600" b="1" dirty="0"/>
              <a:t>2) Temporal instability (day level) = </a:t>
            </a:r>
            <a:r>
              <a:rPr lang="en-US" sz="2600" dirty="0"/>
              <a:t>Unusual activity on specific days</a:t>
            </a:r>
            <a:br>
              <a:rPr lang="en-US" sz="2600" dirty="0"/>
            </a:br>
            <a:r>
              <a:rPr lang="en-US" sz="2600" dirty="0"/>
              <a:t>     </a:t>
            </a:r>
            <a:r>
              <a:rPr lang="en-US" sz="2600" b="1" dirty="0"/>
              <a:t>H2:</a:t>
            </a:r>
            <a:r>
              <a:rPr lang="en-US" sz="2600" dirty="0"/>
              <a:t> Diversity-related pages are more likely to experience burst days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600" b="1" dirty="0"/>
              <a:t>3) Conflict-based instability= </a:t>
            </a:r>
            <a:r>
              <a:rPr lang="en-US" sz="2600" dirty="0"/>
              <a:t>Editing conflicts (reverts)</a:t>
            </a:r>
            <a:br>
              <a:rPr lang="en-US" sz="2600" dirty="0"/>
            </a:br>
            <a:r>
              <a:rPr lang="en-US" sz="2600" dirty="0"/>
              <a:t>     </a:t>
            </a:r>
            <a:r>
              <a:rPr lang="en-US" sz="2600" b="1" dirty="0"/>
              <a:t>H3:</a:t>
            </a:r>
            <a:r>
              <a:rPr lang="en-US" sz="2600" dirty="0"/>
              <a:t> Diversity-related pages have higher revert-related instability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b="1" dirty="0"/>
              <a:t>RQ3:</a:t>
            </a:r>
            <a:r>
              <a:rPr lang="en-US" dirty="0"/>
              <a:t> How can we mitigate instability?</a:t>
            </a:r>
          </a:p>
        </p:txBody>
      </p:sp>
    </p:spTree>
    <p:extLst>
      <p:ext uri="{BB962C8B-B14F-4D97-AF65-F5344CB8AC3E}">
        <p14:creationId xmlns:p14="http://schemas.microsoft.com/office/powerpoint/2010/main" val="1158265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BA587-31F0-C5DF-3E83-73679EE3C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sources and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F916F2-1FD0-99C1-6C45-9B55F34B57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6466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b="1" dirty="0"/>
              <a:t>Data : English Wikipedia</a:t>
            </a:r>
            <a:endParaRPr lang="en-US" dirty="0"/>
          </a:p>
          <a:p>
            <a:pPr lvl="1"/>
            <a:r>
              <a:rPr lang="en-US" sz="2800" dirty="0"/>
              <a:t>Largest and most studied edition</a:t>
            </a:r>
          </a:p>
          <a:p>
            <a:pPr marL="0" indent="0">
              <a:buNone/>
            </a:pPr>
            <a:r>
              <a:rPr lang="en-US" b="1" dirty="0"/>
              <a:t>Sources</a:t>
            </a:r>
          </a:p>
          <a:p>
            <a:r>
              <a:rPr lang="en-US" dirty="0"/>
              <a:t>Page metadata → topic classification</a:t>
            </a:r>
          </a:p>
          <a:p>
            <a:r>
              <a:rPr lang="en-US" dirty="0"/>
              <a:t>Edit logs → edits, reverts, timestamps</a:t>
            </a:r>
          </a:p>
          <a:p>
            <a:r>
              <a:rPr lang="en-US" dirty="0"/>
              <a:t>Pageviews → external attention</a:t>
            </a:r>
          </a:p>
          <a:p>
            <a:pPr marL="0" indent="0">
              <a:buNone/>
            </a:pPr>
            <a:r>
              <a:rPr lang="en-US" b="1" dirty="0"/>
              <a:t>Key Definition</a:t>
            </a:r>
          </a:p>
          <a:p>
            <a:r>
              <a:rPr lang="en-US" dirty="0"/>
              <a:t>Diversity-related pages: Label: </a:t>
            </a:r>
            <a:r>
              <a:rPr lang="en-US" i="1" dirty="0" err="1"/>
              <a:t>Culture.Biography.Women</a:t>
            </a:r>
            <a:endParaRPr lang="en-US" dirty="0"/>
          </a:p>
          <a:p>
            <a:r>
              <a:rPr lang="en-US" dirty="0"/>
              <a:t>Baseline </a:t>
            </a:r>
            <a:r>
              <a:rPr lang="en-US" b="1" dirty="0"/>
              <a:t>: </a:t>
            </a:r>
            <a:r>
              <a:rPr lang="en-US" dirty="0"/>
              <a:t>Other Wikipedia pages</a:t>
            </a:r>
          </a:p>
          <a:p>
            <a:pPr lvl="1"/>
            <a:endParaRPr lang="en-US" sz="2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4214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C5839-2737-B9F1-DF5C-189001104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F124D-E98D-5B2B-4CB6-C1C396A61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Types of Instability</a:t>
            </a:r>
          </a:p>
          <a:p>
            <a:pPr marL="0" indent="0">
              <a:buNone/>
            </a:pPr>
            <a:r>
              <a:rPr lang="en-US" b="1" dirty="0"/>
              <a:t>1 Structural instability (page-level)</a:t>
            </a:r>
            <a:br>
              <a:rPr lang="en-US" dirty="0"/>
            </a:br>
            <a:r>
              <a:rPr lang="en-US" dirty="0"/>
              <a:t>→ burst-related (edit concentration, H1) </a:t>
            </a:r>
          </a:p>
          <a:p>
            <a:pPr marL="0" indent="0">
              <a:buNone/>
            </a:pPr>
            <a:r>
              <a:rPr lang="en-US" b="1" dirty="0"/>
              <a:t>2 Temporal instability (day-level)</a:t>
            </a:r>
            <a:br>
              <a:rPr lang="en-US" dirty="0"/>
            </a:br>
            <a:r>
              <a:rPr lang="en-US" dirty="0"/>
              <a:t>→ burst days (activity spikes, H2)</a:t>
            </a:r>
          </a:p>
          <a:p>
            <a:pPr marL="0" indent="0">
              <a:buNone/>
            </a:pPr>
            <a:r>
              <a:rPr lang="en-US" b="1" dirty="0"/>
              <a:t>3 Conflict instability</a:t>
            </a:r>
            <a:br>
              <a:rPr lang="en-US" dirty="0"/>
            </a:br>
            <a:r>
              <a:rPr lang="en-US" dirty="0"/>
              <a:t>→ revert-related (editor disagreement, H3)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86701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3B823-16A0-5497-57BF-2E8D3ADC7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526" y="0"/>
            <a:ext cx="10515600" cy="1325563"/>
          </a:xfrm>
        </p:spPr>
        <p:txBody>
          <a:bodyPr/>
          <a:lstStyle/>
          <a:p>
            <a:r>
              <a:rPr lang="en-US" dirty="0"/>
              <a:t>Structural Instability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16688-C1D1-5287-E699-912532A17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196905" cy="4351338"/>
          </a:xfrm>
        </p:spPr>
        <p:txBody>
          <a:bodyPr/>
          <a:lstStyle/>
          <a:p>
            <a:r>
              <a:rPr lang="en-US" dirty="0"/>
              <a:t>Diversity pages: </a:t>
            </a:r>
          </a:p>
          <a:p>
            <a:pPr marL="457200" lvl="1" indent="0">
              <a:buNone/>
            </a:pPr>
            <a:r>
              <a:rPr lang="en-US" dirty="0"/>
              <a:t>Higher edit burst (0.58 vs 0.44) </a:t>
            </a:r>
          </a:p>
          <a:p>
            <a:r>
              <a:rPr lang="en-US" dirty="0"/>
              <a:t>Revert share: no difference </a:t>
            </a:r>
          </a:p>
          <a:p>
            <a:pPr marL="0" indent="0">
              <a:buNone/>
            </a:pPr>
            <a:r>
              <a:rPr lang="ja-JP" altLang="en-US" dirty="0"/>
              <a:t>✔ </a:t>
            </a:r>
            <a:r>
              <a:rPr lang="en-US" dirty="0"/>
              <a:t>H1 supported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1B83D9-7A49-B800-082C-58EDB09EF9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2633" y="1027906"/>
            <a:ext cx="7562841" cy="529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8898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62B0-BCF4-7AB1-E8E2-695A787F0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43" y="18255"/>
            <a:ext cx="10515600" cy="1325563"/>
          </a:xfrm>
        </p:spPr>
        <p:txBody>
          <a:bodyPr/>
          <a:lstStyle/>
          <a:p>
            <a:r>
              <a:rPr lang="en-US" dirty="0"/>
              <a:t>Burst-related instability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7D0B0-C1D7-2C1E-2CB0-65EB6236F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534174" cy="4351338"/>
          </a:xfrm>
        </p:spPr>
        <p:txBody>
          <a:bodyPr/>
          <a:lstStyle/>
          <a:p>
            <a:r>
              <a:rPr lang="en-US" dirty="0"/>
              <a:t>Burst days: </a:t>
            </a:r>
          </a:p>
          <a:p>
            <a:pPr lvl="1"/>
            <a:r>
              <a:rPr lang="en-US" dirty="0"/>
              <a:t>LOWER in diversity pages </a:t>
            </a:r>
          </a:p>
          <a:p>
            <a:r>
              <a:rPr lang="en-US" dirty="0"/>
              <a:t>(0.019 vs 0.031) </a:t>
            </a:r>
          </a:p>
          <a:p>
            <a:r>
              <a:rPr lang="ja-JP" altLang="en-US" dirty="0"/>
              <a:t>✖ </a:t>
            </a:r>
            <a:r>
              <a:rPr lang="en-US" dirty="0"/>
              <a:t>H2 not supported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EA9564-9CC8-B90E-CF4A-E9079BE356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7522" y="1027906"/>
            <a:ext cx="8049936" cy="5634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252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6DC7B-B233-0011-275C-E9928511F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73" y="71255"/>
            <a:ext cx="10515600" cy="1325563"/>
          </a:xfrm>
        </p:spPr>
        <p:txBody>
          <a:bodyPr/>
          <a:lstStyle/>
          <a:p>
            <a:r>
              <a:rPr lang="en-US" dirty="0"/>
              <a:t>Mitigation Design and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ABC56-0357-BAC7-DCE3-0E5550B56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1462"/>
            <a:ext cx="10515600" cy="506250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b="1" dirty="0"/>
              <a:t>5 mitigation treatments</a:t>
            </a:r>
          </a:p>
          <a:p>
            <a:r>
              <a:rPr lang="en-US" b="1" dirty="0"/>
              <a:t>Revert-focused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1) Revert filtered  2) Revert weighted</a:t>
            </a:r>
          </a:p>
          <a:p>
            <a:r>
              <a:rPr lang="en-US" b="1" dirty="0"/>
              <a:t>Burst-focused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3)Burst weighted  4) Event-day trimmed</a:t>
            </a:r>
          </a:p>
          <a:p>
            <a:r>
              <a:rPr lang="en-US" b="1" dirty="0"/>
              <a:t>Combined burst mitigation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5) Trim burst days, then </a:t>
            </a:r>
            <a:r>
              <a:rPr lang="en-US" dirty="0" err="1"/>
              <a:t>downweight</a:t>
            </a:r>
            <a:r>
              <a:rPr lang="en-US" dirty="0"/>
              <a:t> remaining bursty pages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Then,</a:t>
            </a:r>
            <a:r>
              <a:rPr lang="en-US" b="1" dirty="0"/>
              <a:t> evaluate them on 2 outcome dimensions</a:t>
            </a:r>
          </a:p>
          <a:p>
            <a:r>
              <a:rPr lang="en-US" b="1" dirty="0"/>
              <a:t>Burst-related instability </a:t>
            </a:r>
            <a:r>
              <a:rPr lang="en-US" dirty="0"/>
              <a:t>(mean edit burst) and </a:t>
            </a:r>
            <a:r>
              <a:rPr lang="en-US" b="1" dirty="0"/>
              <a:t>Revert-related instability (</a:t>
            </a:r>
            <a:r>
              <a:rPr lang="en-US" dirty="0"/>
              <a:t>mean reverted-edit share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78148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30094-1A9C-7608-CBA9-BA85B2F4A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196" y="18255"/>
            <a:ext cx="10515600" cy="1325563"/>
          </a:xfrm>
        </p:spPr>
        <p:txBody>
          <a:bodyPr/>
          <a:lstStyle/>
          <a:p>
            <a:r>
              <a:rPr lang="en-US" dirty="0"/>
              <a:t>Mitigation Strategy on Structural Instability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D1E3F-DFFB-71CD-6E65-2941EF4B8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25411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Burst-related instability </a:t>
            </a:r>
          </a:p>
          <a:p>
            <a:pPr marL="0" indent="0">
              <a:buNone/>
            </a:pPr>
            <a:r>
              <a:rPr lang="en-US" dirty="0"/>
              <a:t>= Editing is concentrated in a short period</a:t>
            </a:r>
          </a:p>
          <a:p>
            <a:pPr marL="0" indent="0">
              <a:buNone/>
            </a:pPr>
            <a:r>
              <a:rPr lang="en-US" b="1" dirty="0"/>
              <a:t>Y-axis: Mean Burst Measure (%)</a:t>
            </a:r>
          </a:p>
          <a:p>
            <a:pPr marL="0" indent="0">
              <a:buNone/>
            </a:pPr>
            <a:r>
              <a:rPr lang="en-US" dirty="0"/>
              <a:t>=Share of edits concentrated in the most active day</a:t>
            </a:r>
          </a:p>
          <a:p>
            <a:pPr marL="0" indent="0">
              <a:buNone/>
            </a:pPr>
            <a:r>
              <a:rPr lang="en-US" dirty="0"/>
              <a:t>Lower values → content is more stable and consistent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/>
              <a:t>Key Result</a:t>
            </a:r>
          </a:p>
          <a:p>
            <a:r>
              <a:rPr lang="en-US" dirty="0"/>
              <a:t>Event-day trimming → strongest effect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AF5B749E-D5B4-B7D2-B85C-131709B1A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3937" y="1097231"/>
            <a:ext cx="7708063" cy="5395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0938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0D0E3-B0F8-5FDF-1E20-BC9C00CD8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Mitigation Effects on Revert-related Instability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9D0A24F-53B0-40C0-0BB5-1F89B78B70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9765" y="1506843"/>
            <a:ext cx="6216197" cy="4351338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DB026EA-1AE9-E926-F893-8858F49FF09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4614644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Revert-related instability </a:t>
            </a:r>
          </a:p>
          <a:p>
            <a:pPr marL="0" indent="0">
              <a:buNone/>
            </a:pPr>
            <a:r>
              <a:rPr lang="en-US" dirty="0"/>
              <a:t>= Editors undo each other’s edits, indicating disagreement or conflict</a:t>
            </a:r>
          </a:p>
          <a:p>
            <a:pPr marL="0" indent="0">
              <a:buNone/>
            </a:pPr>
            <a:r>
              <a:rPr lang="en-US" b="1" dirty="0"/>
              <a:t>Y-axis: </a:t>
            </a:r>
            <a:r>
              <a:rPr lang="en-US" dirty="0"/>
              <a:t>Mean Reverted-Edit Share </a:t>
            </a:r>
            <a:r>
              <a:rPr lang="en-US" b="1" dirty="0"/>
              <a:t>(%)</a:t>
            </a:r>
          </a:p>
          <a:p>
            <a:pPr marL="0" indent="0">
              <a:buNone/>
            </a:pPr>
            <a:r>
              <a:rPr lang="en-US" dirty="0"/>
              <a:t>=Share of edits that are reverted </a:t>
            </a:r>
          </a:p>
          <a:p>
            <a:pPr marL="0" indent="0">
              <a:buNone/>
            </a:pPr>
            <a:r>
              <a:rPr lang="en-US" dirty="0"/>
              <a:t>Lower values → more stable and agreed content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/>
              <a:t>Key Results</a:t>
            </a:r>
          </a:p>
          <a:p>
            <a:r>
              <a:rPr lang="en-US" dirty="0"/>
              <a:t>Revert filtering → reduces reverted share</a:t>
            </a:r>
          </a:p>
          <a:p>
            <a:r>
              <a:rPr lang="en-US" dirty="0"/>
              <a:t> Revert weighting → also effective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960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67DAE-A216-7C1B-A640-5E678C063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  <a:r>
              <a:rPr lang="en-US" b="1" dirty="0"/>
              <a:t> : No Single Solution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F763A-3A6C-DBD6-E053-0273FDD1D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Key Insight</a:t>
            </a:r>
          </a:p>
          <a:p>
            <a:r>
              <a:rPr lang="en-US" dirty="0"/>
              <a:t>Instability has multiple dimensions:</a:t>
            </a:r>
          </a:p>
          <a:p>
            <a:pPr lvl="1"/>
            <a:r>
              <a:rPr lang="en-US" dirty="0"/>
              <a:t>Conflict (reverts)</a:t>
            </a:r>
          </a:p>
          <a:p>
            <a:pPr lvl="1"/>
            <a:r>
              <a:rPr lang="en-US" dirty="0"/>
              <a:t>Temporal concentration (burstiness)</a:t>
            </a:r>
          </a:p>
          <a:p>
            <a:r>
              <a:rPr lang="en-US" b="1" dirty="0"/>
              <a:t>Result</a:t>
            </a:r>
          </a:p>
          <a:p>
            <a:pPr marL="0" indent="0">
              <a:buNone/>
            </a:pPr>
            <a:r>
              <a:rPr lang="en-US" dirty="0"/>
              <a:t>Burst-based methods → fix temporal instability</a:t>
            </a:r>
          </a:p>
          <a:p>
            <a:pPr marL="0" indent="0">
              <a:buNone/>
            </a:pPr>
            <a:r>
              <a:rPr lang="en-US" dirty="0"/>
              <a:t>Revert-based methods → fix conflict-related instability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Conclusion</a:t>
            </a:r>
          </a:p>
          <a:p>
            <a:r>
              <a:rPr lang="en-US" dirty="0"/>
              <a:t> Effective mitigation requires </a:t>
            </a:r>
            <a:r>
              <a:rPr lang="en-US" b="1" dirty="0"/>
              <a:t>dimension-specific or combined strategies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2367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661</Words>
  <Application>Microsoft Office PowerPoint</Application>
  <PresentationFormat>Widescreen</PresentationFormat>
  <Paragraphs>96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Instability as a Data Quality Issue in Wikipedia</vt:lpstr>
      <vt:lpstr>Wikipedia as a Dynamic Data System  </vt:lpstr>
      <vt:lpstr>Previous Literature</vt:lpstr>
      <vt:lpstr>Research Gap</vt:lpstr>
      <vt:lpstr>Research Questions and hypothesis</vt:lpstr>
      <vt:lpstr>Data sources and definition</vt:lpstr>
      <vt:lpstr>PowerPoint Presentation</vt:lpstr>
      <vt:lpstr>Structural Instability</vt:lpstr>
      <vt:lpstr>Burst-related instability</vt:lpstr>
      <vt:lpstr>Mitigation Design and Evaluation</vt:lpstr>
      <vt:lpstr>Mitigation Strategy on Structural Instability</vt:lpstr>
      <vt:lpstr>Mitigation Effects on Revert-related Instability</vt:lpstr>
      <vt:lpstr>Summary : No Single Solution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安珠 山田</dc:creator>
  <cp:lastModifiedBy>安珠 山田</cp:lastModifiedBy>
  <cp:revision>1</cp:revision>
  <dcterms:created xsi:type="dcterms:W3CDTF">2026-04-20T10:43:19Z</dcterms:created>
  <dcterms:modified xsi:type="dcterms:W3CDTF">2026-04-20T12:54:54Z</dcterms:modified>
</cp:coreProperties>
</file>